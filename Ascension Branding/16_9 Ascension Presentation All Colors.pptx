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y="5143500" cx="9144000"/>
  <p:notesSz cx="6858000" cy="9144000"/>
  <p:embeddedFontLst>
    <p:embeddedFont>
      <p:font typeface="Roboto"/>
      <p:regular r:id="rId90"/>
      <p:bold r:id="rId91"/>
      <p:italic r:id="rId92"/>
      <p:boldItalic r:id="rId93"/>
    </p:embeddedFont>
    <p:embeddedFont>
      <p:font typeface="Roboto Light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8">
          <p15:clr>
            <a:srgbClr val="747775"/>
          </p15:clr>
        </p15:guide>
        <p15:guide id="4" orient="horz" pos="4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0FCB08-0604-4E24-AE1E-3C2CA234F1DF}">
  <a:tblStyle styleId="{390FCB08-0604-4E24-AE1E-3C2CA234F1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 orient="horz"/>
        <p:guide pos="4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Light-bold.fntdata"/><Relationship Id="rId94" Type="http://schemas.openxmlformats.org/officeDocument/2006/relationships/font" Target="fonts/RobotoLight-regular.fntdata"/><Relationship Id="rId97" Type="http://schemas.openxmlformats.org/officeDocument/2006/relationships/font" Target="fonts/RobotoLight-boldItalic.fntdata"/><Relationship Id="rId96" Type="http://schemas.openxmlformats.org/officeDocument/2006/relationships/font" Target="fonts/Roboto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Roboto-bold.fntdata"/><Relationship Id="rId90" Type="http://schemas.openxmlformats.org/officeDocument/2006/relationships/font" Target="fonts/Roboto-regular.fntdata"/><Relationship Id="rId93" Type="http://schemas.openxmlformats.org/officeDocument/2006/relationships/font" Target="fonts/Roboto-boldItalic.fntdata"/><Relationship Id="rId92" Type="http://schemas.openxmlformats.org/officeDocument/2006/relationships/font" Target="fonts/Robo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 Cover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asce_logo_vt_blk_rgb_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  <p15:guide id="2" orient="horz" pos="2951">
          <p15:clr>
            <a:srgbClr val="E46962"/>
          </p15:clr>
        </p15:guide>
        <p15:guide id="3" pos="28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4 Divider">
  <p:cSld name="CUSTOM_1_4">
    <p:bg>
      <p:bgPr>
        <a:solidFill>
          <a:schemeClr val="dk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2a Content">
  <p:cSld name="CUSTOM_28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7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2 Cover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title="asce_logo_vt_blk_rgb_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3 Cover">
  <p:cSld name="TITLE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title="asce_logo_vt_blk_rgb_3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4 Cover">
  <p:cSld name="TITLE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3">
            <a:alphaModFix/>
          </a:blip>
          <a:srcRect b="-4275" l="0" r="-4319" t="-15816"/>
          <a:stretch/>
        </p:blipFill>
        <p:spPr>
          <a:xfrm>
            <a:off x="454508" y="3395656"/>
            <a:ext cx="1815249" cy="1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  <p15:guide id="2" pos="286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5 Cover">
  <p:cSld name="TITLE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 rotWithShape="1">
          <a:blip r:embed="rId3">
            <a:alphaModFix/>
          </a:blip>
          <a:srcRect b="-4275" l="0" r="-4319" t="-15816"/>
          <a:stretch/>
        </p:blipFill>
        <p:spPr>
          <a:xfrm>
            <a:off x="454508" y="3395656"/>
            <a:ext cx="1815249" cy="1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6 Cover">
  <p:cSld name="TITLE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 b="-4275" l="0" r="-4319" t="-15816"/>
          <a:stretch/>
        </p:blipFill>
        <p:spPr>
          <a:xfrm>
            <a:off x="454508" y="3395656"/>
            <a:ext cx="1815249" cy="141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56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7 Cover">
  <p:cSld name="CUSTOM_13_2">
    <p:bg>
      <p:bgPr>
        <a:solidFill>
          <a:schemeClr val="accent3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8 Cover">
  <p:cSld name="CUSTOM_13_1">
    <p:bg>
      <p:bgPr>
        <a:solidFill>
          <a:schemeClr val="accent5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9 Cover">
  <p:cSld name="CUSTOM_13_1_1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0 Cover">
  <p:cSld name="CUSTOM_13_3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1 Cover">
  <p:cSld name="CUSTOM_13_2_1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2 Cover">
  <p:cSld name="CUSTOM_13_1_2">
    <p:bg>
      <p:bgPr>
        <a:solidFill>
          <a:schemeClr val="accen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3 Cover">
  <p:cSld name="CUSTOM_13_1_1_1"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4 Cover">
  <p:cSld name="CUSTOM_13_1_2_1_1_1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72" name="Google Shape;72;p17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5 Cover">
  <p:cSld name="CUSTOM_13_1_2_1_1_1_3">
    <p:bg>
      <p:bgPr>
        <a:solidFill>
          <a:schemeClr val="accent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77" name="Google Shape;77;p18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6 Cover">
  <p:cSld name="CUSTOM_13_1_2_1_1_1_3_1">
    <p:bg>
      <p:bgPr>
        <a:solidFill>
          <a:schemeClr val="accent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2" name="Google Shape;82;p19" title="asce_logo_vt_blk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 sz="2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7 Cover">
  <p:cSld name="CUSTOM_13_1_2_1_1_2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7" name="Google Shape;87;p20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8 Cover">
  <p:cSld name="CUSTOM_13_1_2_1_1_1_2"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2" name="Google Shape;92;p21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1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19 Cover">
  <p:cSld name="CUSTOM_13_1_2_1_1_1_1_2">
    <p:bg>
      <p:bgPr>
        <a:solidFill>
          <a:schemeClr val="accen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7" name="Google Shape;97;p22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20 Cover">
  <p:cSld name="CUSTOM_13_1_2_1_1_1_1_1_1">
    <p:bg>
      <p:bgPr>
        <a:solidFill>
          <a:schemeClr val="accen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2" name="Google Shape;102;p23" title="asce_logo_vt_wht_rgb_30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4489" y="3905348"/>
            <a:ext cx="1235025" cy="7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 Divider">
  <p:cSld name="CUSTOM_1_3">
    <p:bg>
      <p:bgPr>
        <a:solidFill>
          <a:schemeClr val="accent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" name="Google Shape;108;p24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24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10" name="Google Shape;110;p24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  <p15:guide id="2" orient="horz" pos="14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2 Divider">
  <p:cSld name="CUSTOM_1_2">
    <p:bg>
      <p:bgPr>
        <a:solidFill>
          <a:schemeClr val="accent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" name="Google Shape;114;p25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25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16" name="Google Shape;116;p25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3 Divider">
  <p:cSld name="CUSTOM_1_2_1">
    <p:bg>
      <p:bgPr>
        <a:solidFill>
          <a:schemeClr val="accent4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p26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22" name="Google Shape;122;p26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5 Divider">
  <p:cSld name="CUSTOM_1_3_1">
    <p:bg>
      <p:bgPr>
        <a:solidFill>
          <a:schemeClr val="l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7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2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7" name="Google Shape;127;p27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7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6 Divider">
  <p:cSld name="CUSTOM_1_2_2">
    <p:bg>
      <p:bgPr>
        <a:solidFill>
          <a:schemeClr val="accen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p28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28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7 Divider">
  <p:cSld name="CUSTOM_1_2_1_1">
    <p:bg>
      <p:bgPr>
        <a:solidFill>
          <a:schemeClr val="accen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" name="Google Shape;138;p2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9" name="Google Shape;139;p29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9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44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8 Divider">
  <p:cSld name="CUSTOM_1_1_1_1_1_1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3" name="Google Shape;143;p3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30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6" name="Google Shape;146;p30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9 Divider">
  <p:cSld name="CUSTOM_1_1_1_1_1_1_1">
    <p:bg>
      <p:bgPr>
        <a:solidFill>
          <a:schemeClr val="accent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1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3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1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2" name="Google Shape;152;p31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0 Divider">
  <p:cSld name="CUSTOM_1_1_1_1_1_1_1_1">
    <p:bg>
      <p:bgPr>
        <a:solidFill>
          <a:schemeClr val="accent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3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2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8" name="Google Shape;158;p32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None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1 Divider">
  <p:cSld name="CUSTOM_1_1_1_1_1_2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1" name="Google Shape;161;p3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33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4" name="Google Shape;164;p33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2 Divider">
  <p:cSld name="CUSTOM_1_1_1_1_1_1_2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7" name="Google Shape;167;p3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4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4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0" name="Google Shape;170;p34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3 Divider">
  <p:cSld name="CUSTOM_1_1_1_1_1_1_1_2">
    <p:bg>
      <p:bgPr>
        <a:solidFill>
          <a:schemeClr val="accen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3" name="Google Shape;173;p3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5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6" name="Google Shape;176;p35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4 Divider">
  <p:cSld name="CUSTOM_1_1_1_1_1_1_1_1_1"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9" name="Google Shape;179;p3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6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6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36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5 Divider or Quote">
  <p:cSld name="CUSTOM_1_1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/>
          <p:nvPr/>
        </p:nvSpPr>
        <p:spPr>
          <a:xfrm flipH="1" rot="10800000">
            <a:off x="0" y="-8900"/>
            <a:ext cx="9144000" cy="365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3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7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" name="Google Shape;188;p3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9" name="Google Shape;189;p37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90" name="Google Shape;190;p37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4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6 Divider or Quote">
  <p:cSld name="CUSTOM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" name="Google Shape;195;p38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6" name="Google Shape;196;p38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197" name="Google Shape;197;p38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7 Divider or Quote">
  <p:cSld name="CUSTOM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/>
          <p:nvPr/>
        </p:nvSpPr>
        <p:spPr>
          <a:xfrm flipH="1" rot="10800000">
            <a:off x="0" y="3"/>
            <a:ext cx="9144000" cy="36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3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3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3" name="Google Shape;203;p39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204" name="Google Shape;204;p39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sz="3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8 Divider or Quote">
  <p:cSld name="CUSTOM_1_1_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4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40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0" name="Google Shape;210;p40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19 Divider or Quote">
  <p:cSld name="CUSTOM_1_1_2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4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1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" name="Google Shape;216;p41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7" name="Google Shape;217;p41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41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20 Divider or Quote">
  <p:cSld name="CUSTOM_1_1_1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/>
          <p:nvPr/>
        </p:nvSpPr>
        <p:spPr>
          <a:xfrm flipH="1" rot="10800000">
            <a:off x="0" y="0"/>
            <a:ext cx="9144000" cy="365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4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2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" name="Google Shape;223;p42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4" name="Google Shape;224;p42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2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21 Divider or Quote">
  <p:cSld name="CUSTOM_1_1_1_1_2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/>
          <p:nvPr/>
        </p:nvSpPr>
        <p:spPr>
          <a:xfrm flipH="1" rot="10800000">
            <a:off x="0" y="-126"/>
            <a:ext cx="9144000" cy="3659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4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3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43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1" name="Google Shape;231;p43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3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0 Content">
  <p:cSld name="CUSTOM_2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a Content">
  <p:cSld name="CUSTOM_2_7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5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b Content">
  <p:cSld name="CUSTOM_2_7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6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46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2b Content">
  <p:cSld name="CUSTOM_2_6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7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7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5" name="Google Shape;245;p4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3a Content">
  <p:cSld name="CUSTOM_2_6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8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8"/>
          <p:cNvSpPr txBox="1"/>
          <p:nvPr>
            <p:ph idx="1" type="body"/>
          </p:nvPr>
        </p:nvSpPr>
        <p:spPr>
          <a:xfrm>
            <a:off x="274325" y="832900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0" name="Google Shape;250;p48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3b Content">
  <p:cSld name="CUSTOM_2_6_1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9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9"/>
          <p:cNvSpPr txBox="1"/>
          <p:nvPr>
            <p:ph idx="1" type="body"/>
          </p:nvPr>
        </p:nvSpPr>
        <p:spPr>
          <a:xfrm>
            <a:off x="274325" y="832900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5" name="Google Shape;255;p49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6" name="Google Shape;256;p4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4a Content">
  <p:cSld name="CUSTOM_2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0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59" name="Google Shape;259;p5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0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50"/>
          <p:cNvSpPr txBox="1"/>
          <p:nvPr>
            <p:ph idx="1" type="subTitle"/>
          </p:nvPr>
        </p:nvSpPr>
        <p:spPr>
          <a:xfrm>
            <a:off x="274325" y="631200"/>
            <a:ext cx="8554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62" name="Google Shape;262;p50"/>
          <p:cNvSpPr txBox="1"/>
          <p:nvPr>
            <p:ph idx="2" type="body"/>
          </p:nvPr>
        </p:nvSpPr>
        <p:spPr>
          <a:xfrm>
            <a:off x="274325" y="1172075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4b Content">
  <p:cSld name="CUSTOM_2_3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65" name="Google Shape;265;p5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1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51"/>
          <p:cNvSpPr txBox="1"/>
          <p:nvPr>
            <p:ph idx="1" type="subTitle"/>
          </p:nvPr>
        </p:nvSpPr>
        <p:spPr>
          <a:xfrm>
            <a:off x="274325" y="631200"/>
            <a:ext cx="8554800" cy="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68" name="Google Shape;268;p51"/>
          <p:cNvSpPr txBox="1"/>
          <p:nvPr>
            <p:ph idx="2" type="body"/>
          </p:nvPr>
        </p:nvSpPr>
        <p:spPr>
          <a:xfrm>
            <a:off x="274325" y="1172075"/>
            <a:ext cx="85548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69" name="Google Shape;269;p51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5a Content">
  <p:cSld name="CUSTOM_2_3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2"/>
          <p:cNvSpPr txBox="1"/>
          <p:nvPr>
            <p:ph idx="1" type="body"/>
          </p:nvPr>
        </p:nvSpPr>
        <p:spPr>
          <a:xfrm>
            <a:off x="274325" y="1009650"/>
            <a:ext cx="85143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3" name="Google Shape;273;p52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52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75" name="Google Shape;275;p52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5b Content">
  <p:cSld name="CUSTOM_2_4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53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9" name="Google Shape;279;p53"/>
          <p:cNvSpPr txBox="1"/>
          <p:nvPr>
            <p:ph idx="1" type="body"/>
          </p:nvPr>
        </p:nvSpPr>
        <p:spPr>
          <a:xfrm>
            <a:off x="274325" y="1009650"/>
            <a:ext cx="85143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3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82" name="Google Shape;282;p53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16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6a Content">
  <p:cSld name="CUSTOM_17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54"/>
          <p:cNvCxnSpPr/>
          <p:nvPr/>
        </p:nvCxnSpPr>
        <p:spPr>
          <a:xfrm>
            <a:off x="4563675" y="802900"/>
            <a:ext cx="0" cy="325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5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4"/>
          <p:cNvSpPr txBox="1"/>
          <p:nvPr>
            <p:ph idx="1" type="body"/>
          </p:nvPr>
        </p:nvSpPr>
        <p:spPr>
          <a:xfrm>
            <a:off x="2743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54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54"/>
          <p:cNvSpPr txBox="1"/>
          <p:nvPr>
            <p:ph idx="2" type="body"/>
          </p:nvPr>
        </p:nvSpPr>
        <p:spPr>
          <a:xfrm>
            <a:off x="49266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54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6b Content">
  <p:cSld name="CUSTOM_17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p55"/>
          <p:cNvCxnSpPr/>
          <p:nvPr/>
        </p:nvCxnSpPr>
        <p:spPr>
          <a:xfrm>
            <a:off x="4563675" y="802900"/>
            <a:ext cx="0" cy="325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2" name="Google Shape;292;p5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55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4" name="Google Shape;294;p55"/>
          <p:cNvSpPr txBox="1"/>
          <p:nvPr>
            <p:ph idx="1" type="body"/>
          </p:nvPr>
        </p:nvSpPr>
        <p:spPr>
          <a:xfrm>
            <a:off x="2743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5" name="Google Shape;295;p55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55"/>
          <p:cNvSpPr txBox="1"/>
          <p:nvPr>
            <p:ph idx="2" type="body"/>
          </p:nvPr>
        </p:nvSpPr>
        <p:spPr>
          <a:xfrm>
            <a:off x="4926625" y="832900"/>
            <a:ext cx="39264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7" name="Google Shape;297;p55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7a Content">
  <p:cSld name="CUSTOM_17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6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1" name="Google Shape;301;p56"/>
          <p:cNvSpPr/>
          <p:nvPr>
            <p:ph idx="2" type="pic"/>
          </p:nvPr>
        </p:nvSpPr>
        <p:spPr>
          <a:xfrm>
            <a:off x="294600" y="775201"/>
            <a:ext cx="8554800" cy="371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6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7b Content">
  <p:cSld name="CUSTOM_17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57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6" name="Google Shape;306;p57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57"/>
          <p:cNvSpPr/>
          <p:nvPr>
            <p:ph idx="2" type="pic"/>
          </p:nvPr>
        </p:nvSpPr>
        <p:spPr>
          <a:xfrm>
            <a:off x="294600" y="775200"/>
            <a:ext cx="8554800" cy="33837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7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8a Content">
  <p:cSld name="CUSTOM_17_1_1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/>
          <p:nvPr>
            <p:ph idx="2" type="pic"/>
          </p:nvPr>
        </p:nvSpPr>
        <p:spPr>
          <a:xfrm>
            <a:off x="294600" y="1022788"/>
            <a:ext cx="8554800" cy="346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8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8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14" name="Google Shape;314;p58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8b Content">
  <p:cSld name="CUSTOM_17_1_1_2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9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9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cxnSp>
        <p:nvCxnSpPr>
          <p:cNvPr id="319" name="Google Shape;319;p5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0" name="Google Shape;320;p59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59"/>
          <p:cNvSpPr/>
          <p:nvPr>
            <p:ph idx="2" type="pic"/>
          </p:nvPr>
        </p:nvSpPr>
        <p:spPr>
          <a:xfrm>
            <a:off x="294600" y="1022800"/>
            <a:ext cx="8554800" cy="31362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9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9a Content">
  <p:cSld name="CUSTOM_2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0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25" name="Google Shape;325;p6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0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60"/>
          <p:cNvSpPr txBox="1"/>
          <p:nvPr>
            <p:ph idx="3" type="title"/>
          </p:nvPr>
        </p:nvSpPr>
        <p:spPr>
          <a:xfrm>
            <a:off x="2906125" y="2138627"/>
            <a:ext cx="5804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None/>
              <a:defRPr b="1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60"/>
          <p:cNvSpPr txBox="1"/>
          <p:nvPr>
            <p:ph idx="4" type="title"/>
          </p:nvPr>
        </p:nvSpPr>
        <p:spPr>
          <a:xfrm>
            <a:off x="2906125" y="2488422"/>
            <a:ext cx="5804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60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9b Content">
  <p:cSld name="CUSTOM_2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1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32" name="Google Shape;332;p61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61"/>
          <p:cNvCxnSpPr/>
          <p:nvPr/>
        </p:nvCxnSpPr>
        <p:spPr>
          <a:xfrm>
            <a:off x="293400" y="4486275"/>
            <a:ext cx="8557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4" name="Google Shape;334;p61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61"/>
          <p:cNvSpPr txBox="1"/>
          <p:nvPr>
            <p:ph idx="3" type="title"/>
          </p:nvPr>
        </p:nvSpPr>
        <p:spPr>
          <a:xfrm>
            <a:off x="2906125" y="2138627"/>
            <a:ext cx="5804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None/>
              <a:defRPr b="1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1"/>
          <p:cNvSpPr txBox="1"/>
          <p:nvPr>
            <p:ph idx="4" type="title"/>
          </p:nvPr>
        </p:nvSpPr>
        <p:spPr>
          <a:xfrm>
            <a:off x="2906125" y="2488422"/>
            <a:ext cx="5804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61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0 Content">
  <p:cSld name="CUSTOM_2_1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62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" name="Google Shape;341;p62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2" name="Google Shape;342;p62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62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62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1 Content">
  <p:cSld name="CUSTOM_2_1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63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63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9" name="Google Shape;349;p63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0" name="Google Shape;350;p63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1" name="Google Shape;351;p63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2 Content">
  <p:cSld name="CUSTOM_2_1_1_1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64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64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6" name="Google Shape;356;p64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7" name="Google Shape;357;p64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64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3 Content">
  <p:cSld name="CUSTOM_2_1_1_1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65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65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" name="Google Shape;363;p65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4" name="Google Shape;364;p65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5" name="Google Shape;365;p65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4 Content">
  <p:cSld name="CUSTOM_2_1_1_1_1_1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69D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66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6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" name="Google Shape;370;p66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1" name="Google Shape;371;p66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2" name="Google Shape;372;p66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5 Content">
  <p:cSld name="CUSTOM_2_1_1_1_1_1_2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67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7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" name="Google Shape;377;p67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8" name="Google Shape;378;p67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9" name="Google Shape;379;p67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6 Content">
  <p:cSld name="CUSTOM_2_1_1_1_1_1_2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68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8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68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5" name="Google Shape;385;p68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6" name="Google Shape;386;p68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7 Content">
  <p:cSld name="CUSTOM_2_1_1_1_1_1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/>
          <p:nvPr>
            <p:ph idx="2" type="pic"/>
          </p:nvPr>
        </p:nvSpPr>
        <p:spPr>
          <a:xfrm>
            <a:off x="4568700" y="0"/>
            <a:ext cx="45753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9" name="Google Shape;389;p69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69"/>
          <p:cNvCxnSpPr/>
          <p:nvPr/>
        </p:nvCxnSpPr>
        <p:spPr>
          <a:xfrm>
            <a:off x="293400" y="4486275"/>
            <a:ext cx="39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1" name="Google Shape;391;p69"/>
          <p:cNvSpPr txBox="1"/>
          <p:nvPr/>
        </p:nvSpPr>
        <p:spPr>
          <a:xfrm>
            <a:off x="7469594" y="4802558"/>
            <a:ext cx="13623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© Ascension 2025. All rights reserved.</a:t>
            </a:r>
            <a:endParaRPr b="0" i="0" sz="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69"/>
          <p:cNvSpPr txBox="1"/>
          <p:nvPr>
            <p:ph idx="1" type="body"/>
          </p:nvPr>
        </p:nvSpPr>
        <p:spPr>
          <a:xfrm>
            <a:off x="274325" y="832900"/>
            <a:ext cx="40122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3" name="Google Shape;393;p69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18 Content">
  <p:cSld name="CUSTOM_23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/>
          <p:nvPr>
            <p:ph idx="2" type="pic"/>
          </p:nvPr>
        </p:nvSpPr>
        <p:spPr>
          <a:xfrm>
            <a:off x="516500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70"/>
          <p:cNvSpPr/>
          <p:nvPr>
            <p:ph idx="3" type="pic"/>
          </p:nvPr>
        </p:nvSpPr>
        <p:spPr>
          <a:xfrm>
            <a:off x="3300725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70"/>
          <p:cNvSpPr/>
          <p:nvPr>
            <p:ph idx="4" type="pic"/>
          </p:nvPr>
        </p:nvSpPr>
        <p:spPr>
          <a:xfrm>
            <a:off x="6084951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70"/>
          <p:cNvSpPr/>
          <p:nvPr>
            <p:ph idx="5" type="pic"/>
          </p:nvPr>
        </p:nvSpPr>
        <p:spPr>
          <a:xfrm>
            <a:off x="525525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70"/>
          <p:cNvSpPr/>
          <p:nvPr>
            <p:ph idx="6" type="pic"/>
          </p:nvPr>
        </p:nvSpPr>
        <p:spPr>
          <a:xfrm>
            <a:off x="3309750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70"/>
          <p:cNvSpPr/>
          <p:nvPr>
            <p:ph idx="7" type="pic"/>
          </p:nvPr>
        </p:nvSpPr>
        <p:spPr>
          <a:xfrm>
            <a:off x="6093976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70"/>
          <p:cNvSpPr txBox="1"/>
          <p:nvPr>
            <p:ph idx="1" type="subTitle"/>
          </p:nvPr>
        </p:nvSpPr>
        <p:spPr>
          <a:xfrm>
            <a:off x="542475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2" name="Google Shape;402;p70"/>
          <p:cNvSpPr txBox="1"/>
          <p:nvPr>
            <p:ph idx="8" type="subTitle"/>
          </p:nvPr>
        </p:nvSpPr>
        <p:spPr>
          <a:xfrm>
            <a:off x="331371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3" name="Google Shape;403;p70"/>
          <p:cNvSpPr txBox="1"/>
          <p:nvPr>
            <p:ph idx="9" type="subTitle"/>
          </p:nvPr>
        </p:nvSpPr>
        <p:spPr>
          <a:xfrm>
            <a:off x="608496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70"/>
          <p:cNvSpPr txBox="1"/>
          <p:nvPr>
            <p:ph idx="13" type="subTitle"/>
          </p:nvPr>
        </p:nvSpPr>
        <p:spPr>
          <a:xfrm>
            <a:off x="530175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5" name="Google Shape;405;p70"/>
          <p:cNvSpPr txBox="1"/>
          <p:nvPr>
            <p:ph idx="14" type="subTitle"/>
          </p:nvPr>
        </p:nvSpPr>
        <p:spPr>
          <a:xfrm>
            <a:off x="330141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06" name="Google Shape;406;p70"/>
          <p:cNvSpPr txBox="1"/>
          <p:nvPr>
            <p:ph idx="15" type="subTitle"/>
          </p:nvPr>
        </p:nvSpPr>
        <p:spPr>
          <a:xfrm>
            <a:off x="607266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pic>
        <p:nvPicPr>
          <p:cNvPr id="407" name="Google Shape;407;p70" title="ASC_logo_symbol_blk.png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274320" y="4644530"/>
            <a:ext cx="301752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70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 Light"/>
              <a:buNone/>
              <a:defRPr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70"/>
          <p:cNvSpPr txBox="1"/>
          <p:nvPr/>
        </p:nvSpPr>
        <p:spPr>
          <a:xfrm>
            <a:off x="7466844" y="4813648"/>
            <a:ext cx="1362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© Ascension 2026. All rights reserved.</a:t>
            </a:r>
            <a:endParaRPr b="0" i="0" sz="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1 Back Cover">
  <p:cSld name="CUSTOM_28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2 Back Cover">
  <p:cSld name="CUSTOM_28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3 Back Cover">
  <p:cSld name="CUSTOM_28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4 Back Cover">
  <p:cSld name="CUSTOM_28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5 Back Cover">
  <p:cSld name="CUSTOM_28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6 Back Cover">
  <p:cSld name="CUSTOM_28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76" Type="http://schemas.openxmlformats.org/officeDocument/2006/relationships/theme" Target="../theme/theme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0500" y="458075"/>
            <a:ext cx="82203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Light"/>
              <a:buNone/>
              <a:defRPr b="0" i="0" sz="3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0500" y="1505050"/>
            <a:ext cx="8220300" cy="13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○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YBOAC29l9rvr9KRdQJZ8RdAqq3wi_rlXaaUGGzC141M/edit#slide=id.g7e52ab62f9_0_22" TargetMode="External"/><Relationship Id="rId4" Type="http://schemas.openxmlformats.org/officeDocument/2006/relationships/hyperlink" Target="https://docs.google.com/presentation/d/1nVPp-149ynwVvtfGDpl2D-uA8YLUvmRmtuEtRrNEx7A/edit#slide=id.p" TargetMode="External"/><Relationship Id="rId5" Type="http://schemas.openxmlformats.org/officeDocument/2006/relationships/hyperlink" Target="http://ascension.org/brandcentral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7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21" name="Google Shape;421;p77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8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Instructions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9"/>
          <p:cNvSpPr txBox="1"/>
          <p:nvPr/>
        </p:nvSpPr>
        <p:spPr>
          <a:xfrm>
            <a:off x="5082445" y="731000"/>
            <a:ext cx="3791700" cy="3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Tables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Header rows: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Apply Roboto Medium font. Fill the row using either 20% black or the 20% value of a brand color. Lines should be set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a uniform thickness of 1 pt. Line color may be any consistent value from 50 – 100% black.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Chart Templates</a:t>
            </a:r>
            <a:endParaRPr b="1" i="0" sz="1000" u="sng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Handling Images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 an image: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Select the image placeholder and choose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“Replace image” from the toolbar.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Resize and crop images: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Click on the image and selecting the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“Crop tool” (   ) from the toolbar. Ensure the photo fills the frame.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Icon and Photography Guide</a:t>
            </a:r>
            <a:endParaRPr b="1" i="0" sz="1000" u="sng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000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Ascension Brand Central</a:t>
            </a: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contains brand-approved assets.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you do not have access, please register at the same link.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79"/>
          <p:cNvSpPr/>
          <p:nvPr/>
        </p:nvSpPr>
        <p:spPr>
          <a:xfrm>
            <a:off x="6388125" y="303609"/>
            <a:ext cx="2264100" cy="2934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Delete this slide before presenting.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79"/>
          <p:cNvCxnSpPr/>
          <p:nvPr/>
        </p:nvCxnSpPr>
        <p:spPr>
          <a:xfrm>
            <a:off x="4574186" y="714500"/>
            <a:ext cx="0" cy="3753300"/>
          </a:xfrm>
          <a:prstGeom prst="straightConnector1">
            <a:avLst/>
          </a:prstGeom>
          <a:noFill/>
          <a:ln cap="flat" cmpd="sng" w="1905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4" name="Google Shape;434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096" y="3165741"/>
            <a:ext cx="99500" cy="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79"/>
          <p:cNvSpPr txBox="1"/>
          <p:nvPr/>
        </p:nvSpPr>
        <p:spPr>
          <a:xfrm>
            <a:off x="298748" y="731000"/>
            <a:ext cx="3842100" cy="3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Getting Started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a new slide: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From the toolbar, select “New slide” (+). </a:t>
            </a:r>
            <a:b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the down arrow to choose a layout. </a:t>
            </a:r>
            <a:endParaRPr b="0" i="0" sz="10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an existing slide: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From the File menu, select “Import slides.” </a:t>
            </a:r>
            <a:endParaRPr b="0" i="0" sz="10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Apply the current theme to imported slides:</a:t>
            </a: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en" sz="1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the Slide menu, select “Change theme.” Then, “Import theme” and choose the respective template. Formatting may need clean-up.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Formatting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Typography: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font for Google applications is Roboto.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Body text should be no smaller than 10 pt.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Color: </a:t>
            </a: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Ascension Medium Blue, Violet,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Green and Blue may be used in text and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graphics. Please avoid using all colors in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your deck. For variation, use the provided </a:t>
            </a:r>
            <a:b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tints of medium blue, violet or green.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howjump?jump=nextslide"/>
              </a:rPr>
              <a:t>Color Palette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6" name="Google Shape;436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7495" y="3987801"/>
            <a:ext cx="371939" cy="39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79"/>
          <p:cNvCxnSpPr/>
          <p:nvPr/>
        </p:nvCxnSpPr>
        <p:spPr>
          <a:xfrm>
            <a:off x="5035350" y="3832915"/>
            <a:ext cx="3778200" cy="0"/>
          </a:xfrm>
          <a:prstGeom prst="straightConnector1">
            <a:avLst/>
          </a:prstGeom>
          <a:noFill/>
          <a:ln cap="flat" cmpd="sng" w="9525">
            <a:solidFill>
              <a:srgbClr val="231F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79"/>
          <p:cNvSpPr/>
          <p:nvPr/>
        </p:nvSpPr>
        <p:spPr>
          <a:xfrm>
            <a:off x="2898573" y="3290975"/>
            <a:ext cx="486561" cy="399050"/>
          </a:xfrm>
          <a:custGeom>
            <a:rect b="b" l="l" r="r" t="t"/>
            <a:pathLst>
              <a:path extrusionOk="0" h="466725" w="466725">
                <a:moveTo>
                  <a:pt x="466344" y="0"/>
                </a:moveTo>
                <a:lnTo>
                  <a:pt x="0" y="0"/>
                </a:lnTo>
                <a:lnTo>
                  <a:pt x="0" y="466344"/>
                </a:lnTo>
                <a:lnTo>
                  <a:pt x="466344" y="466344"/>
                </a:lnTo>
                <a:lnTo>
                  <a:pt x="466344" y="0"/>
                </a:lnTo>
                <a:close/>
              </a:path>
            </a:pathLst>
          </a:custGeom>
          <a:solidFill>
            <a:srgbClr val="1B429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None/>
            </a:pPr>
            <a:r>
              <a:t/>
            </a:r>
            <a:endParaRPr b="0" i="0" sz="11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p79"/>
          <p:cNvGrpSpPr/>
          <p:nvPr/>
        </p:nvGrpSpPr>
        <p:grpSpPr>
          <a:xfrm>
            <a:off x="2898562" y="3762310"/>
            <a:ext cx="497923" cy="399050"/>
            <a:chOff x="1752374" y="3515876"/>
            <a:chExt cx="497923" cy="399050"/>
          </a:xfrm>
        </p:grpSpPr>
        <p:sp>
          <p:nvSpPr>
            <p:cNvPr id="440" name="Google Shape;440;p79"/>
            <p:cNvSpPr/>
            <p:nvPr/>
          </p:nvSpPr>
          <p:spPr>
            <a:xfrm>
              <a:off x="1752374" y="3515876"/>
              <a:ext cx="399050" cy="399050"/>
            </a:xfrm>
            <a:custGeom>
              <a:rect b="b" l="l" r="r" t="t"/>
              <a:pathLst>
                <a:path extrusionOk="0" h="466725" w="466725">
                  <a:moveTo>
                    <a:pt x="466343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466343" y="466344"/>
                  </a:lnTo>
                  <a:lnTo>
                    <a:pt x="466343" y="0"/>
                  </a:lnTo>
                  <a:close/>
                </a:path>
              </a:pathLst>
            </a:custGeom>
            <a:solidFill>
              <a:srgbClr val="B40F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8"/>
                <a:buFont typeface="Arial"/>
                <a:buNone/>
              </a:pPr>
              <a:r>
                <a:t/>
              </a:r>
              <a:endParaRPr b="0" i="0" sz="11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" name="Google Shape;441;p79"/>
            <p:cNvGrpSpPr/>
            <p:nvPr/>
          </p:nvGrpSpPr>
          <p:grpSpPr>
            <a:xfrm>
              <a:off x="2150540" y="3515952"/>
              <a:ext cx="99757" cy="398626"/>
              <a:chOff x="6596242" y="1868300"/>
              <a:chExt cx="192135" cy="767769"/>
            </a:xfrm>
          </p:grpSpPr>
          <p:sp>
            <p:nvSpPr>
              <p:cNvPr id="442" name="Google Shape;442;p79"/>
              <p:cNvSpPr/>
              <p:nvPr/>
            </p:nvSpPr>
            <p:spPr>
              <a:xfrm>
                <a:off x="6596242" y="2057613"/>
                <a:ext cx="192135" cy="200303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D476C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79"/>
              <p:cNvSpPr/>
              <p:nvPr/>
            </p:nvSpPr>
            <p:spPr>
              <a:xfrm>
                <a:off x="6596242" y="2253771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E4A3D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79"/>
              <p:cNvSpPr/>
              <p:nvPr/>
            </p:nvSpPr>
            <p:spPr>
              <a:xfrm>
                <a:off x="6596242" y="2443934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ECD3E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79"/>
              <p:cNvSpPr/>
              <p:nvPr/>
            </p:nvSpPr>
            <p:spPr>
              <a:xfrm>
                <a:off x="6596242" y="1868300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C245A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79"/>
          <p:cNvGrpSpPr/>
          <p:nvPr/>
        </p:nvGrpSpPr>
        <p:grpSpPr>
          <a:xfrm>
            <a:off x="3482402" y="3762310"/>
            <a:ext cx="497205" cy="399050"/>
            <a:chOff x="2544004" y="3515876"/>
            <a:chExt cx="497205" cy="399050"/>
          </a:xfrm>
        </p:grpSpPr>
        <p:sp>
          <p:nvSpPr>
            <p:cNvPr id="447" name="Google Shape;447;p79"/>
            <p:cNvSpPr/>
            <p:nvPr/>
          </p:nvSpPr>
          <p:spPr>
            <a:xfrm>
              <a:off x="2544004" y="3515876"/>
              <a:ext cx="399050" cy="399050"/>
            </a:xfrm>
            <a:custGeom>
              <a:rect b="b" l="l" r="r" t="t"/>
              <a:pathLst>
                <a:path extrusionOk="0" h="466725" w="466725">
                  <a:moveTo>
                    <a:pt x="466344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466344" y="466344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00949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8"/>
                <a:buFont typeface="Arial"/>
                <a:buNone/>
              </a:pPr>
              <a:r>
                <a:t/>
              </a:r>
              <a:endParaRPr b="0" i="0" sz="11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8" name="Google Shape;448;p79"/>
            <p:cNvGrpSpPr/>
            <p:nvPr/>
          </p:nvGrpSpPr>
          <p:grpSpPr>
            <a:xfrm>
              <a:off x="2941452" y="3515957"/>
              <a:ext cx="99757" cy="398626"/>
              <a:chOff x="8121064" y="1868300"/>
              <a:chExt cx="192135" cy="767769"/>
            </a:xfrm>
          </p:grpSpPr>
          <p:sp>
            <p:nvSpPr>
              <p:cNvPr id="449" name="Google Shape;449;p79"/>
              <p:cNvSpPr/>
              <p:nvPr/>
            </p:nvSpPr>
            <p:spPr>
              <a:xfrm>
                <a:off x="8121064" y="2057613"/>
                <a:ext cx="192135" cy="200303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32C2C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79"/>
              <p:cNvSpPr/>
              <p:nvPr/>
            </p:nvSpPr>
            <p:spPr>
              <a:xfrm>
                <a:off x="8121064" y="2253771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84D6D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79"/>
              <p:cNvSpPr/>
              <p:nvPr/>
            </p:nvSpPr>
            <p:spPr>
              <a:xfrm>
                <a:off x="8121064" y="2443934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CCEAE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79"/>
              <p:cNvSpPr/>
              <p:nvPr/>
            </p:nvSpPr>
            <p:spPr>
              <a:xfrm>
                <a:off x="8121064" y="1868300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05ACA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3" name="Google Shape;453;p79"/>
          <p:cNvGrpSpPr/>
          <p:nvPr/>
        </p:nvGrpSpPr>
        <p:grpSpPr>
          <a:xfrm>
            <a:off x="3482391" y="3290976"/>
            <a:ext cx="497203" cy="399050"/>
            <a:chOff x="960745" y="3515876"/>
            <a:chExt cx="497203" cy="399050"/>
          </a:xfrm>
        </p:grpSpPr>
        <p:sp>
          <p:nvSpPr>
            <p:cNvPr id="454" name="Google Shape;454;p79"/>
            <p:cNvSpPr/>
            <p:nvPr/>
          </p:nvSpPr>
          <p:spPr>
            <a:xfrm>
              <a:off x="960745" y="3515876"/>
              <a:ext cx="399050" cy="399050"/>
            </a:xfrm>
            <a:custGeom>
              <a:rect b="b" l="l" r="r" t="t"/>
              <a:pathLst>
                <a:path extrusionOk="0" h="466725" w="466725">
                  <a:moveTo>
                    <a:pt x="466343" y="0"/>
                  </a:moveTo>
                  <a:lnTo>
                    <a:pt x="0" y="0"/>
                  </a:lnTo>
                  <a:lnTo>
                    <a:pt x="0" y="466344"/>
                  </a:lnTo>
                  <a:lnTo>
                    <a:pt x="466343" y="466344"/>
                  </a:lnTo>
                  <a:lnTo>
                    <a:pt x="466343" y="0"/>
                  </a:lnTo>
                  <a:close/>
                </a:path>
              </a:pathLst>
            </a:custGeom>
            <a:solidFill>
              <a:srgbClr val="1E69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8"/>
                <a:buFont typeface="Arial"/>
                <a:buNone/>
              </a:pPr>
              <a:r>
                <a:t/>
              </a:r>
              <a:endParaRPr b="0" i="0" sz="11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79"/>
            <p:cNvGrpSpPr/>
            <p:nvPr/>
          </p:nvGrpSpPr>
          <p:grpSpPr>
            <a:xfrm>
              <a:off x="1358191" y="3515952"/>
              <a:ext cx="99757" cy="398626"/>
              <a:chOff x="5071420" y="1868300"/>
              <a:chExt cx="192135" cy="767769"/>
            </a:xfrm>
          </p:grpSpPr>
          <p:sp>
            <p:nvSpPr>
              <p:cNvPr id="456" name="Google Shape;456;p79"/>
              <p:cNvSpPr/>
              <p:nvPr/>
            </p:nvSpPr>
            <p:spPr>
              <a:xfrm>
                <a:off x="5071420" y="2056917"/>
                <a:ext cx="192135" cy="200303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69A6E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79"/>
              <p:cNvSpPr/>
              <p:nvPr/>
            </p:nvSpPr>
            <p:spPr>
              <a:xfrm>
                <a:off x="5071420" y="2252393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9CC3F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79"/>
              <p:cNvSpPr/>
              <p:nvPr/>
            </p:nvSpPr>
            <p:spPr>
              <a:xfrm>
                <a:off x="5071420" y="2443934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D2E1F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79"/>
              <p:cNvSpPr/>
              <p:nvPr/>
            </p:nvSpPr>
            <p:spPr>
              <a:xfrm>
                <a:off x="5071420" y="1868300"/>
                <a:ext cx="192135" cy="192135"/>
              </a:xfrm>
              <a:custGeom>
                <a:rect b="b" l="l" r="r" t="t"/>
                <a:pathLst>
                  <a:path extrusionOk="0" h="155575" w="155575">
                    <a:moveTo>
                      <a:pt x="155448" y="0"/>
                    </a:moveTo>
                    <a:lnTo>
                      <a:pt x="0" y="0"/>
                    </a:lnTo>
                    <a:lnTo>
                      <a:pt x="0" y="155448"/>
                    </a:lnTo>
                    <a:lnTo>
                      <a:pt x="155448" y="155448"/>
                    </a:lnTo>
                    <a:lnTo>
                      <a:pt x="155448" y="0"/>
                    </a:lnTo>
                    <a:close/>
                  </a:path>
                </a:pathLst>
              </a:custGeom>
              <a:solidFill>
                <a:srgbClr val="2F87E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18"/>
                  <a:buFont typeface="Arial"/>
                  <a:buNone/>
                </a:pPr>
                <a:r>
                  <a:t/>
                </a:r>
                <a:endParaRPr b="0" i="0" sz="11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0" name="Google Shape;460;p79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Google Slides Instructions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5" name="Google Shape;465;p80"/>
          <p:cNvGraphicFramePr/>
          <p:nvPr/>
        </p:nvGraphicFramePr>
        <p:xfrm>
          <a:off x="313185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Tan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242 / 233 / 195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f2e9c3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3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6" name="Google Shape;466;p80"/>
          <p:cNvGraphicFramePr/>
          <p:nvPr/>
        </p:nvGraphicFramePr>
        <p:xfrm>
          <a:off x="1747650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Orange</a:t>
                      </a:r>
                      <a:endParaRPr sz="75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213 / 122 / 101</a:t>
                      </a:r>
                      <a:endParaRPr sz="75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#d57a65</a:t>
                      </a:r>
                      <a:endParaRPr sz="75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7A65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7" name="Google Shape;467;p80"/>
          <p:cNvGraphicFramePr/>
          <p:nvPr/>
        </p:nvGraphicFramePr>
        <p:xfrm>
          <a:off x="3182115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Gold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255 / 207 / 115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ffcf73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73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8" name="Google Shape;468;p80"/>
          <p:cNvGraphicFramePr/>
          <p:nvPr/>
        </p:nvGraphicFramePr>
        <p:xfrm>
          <a:off x="4616580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Blue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148 / 183 / 213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94b7d5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B7D5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69" name="Google Shape;469;p80"/>
          <p:cNvGraphicFramePr/>
          <p:nvPr/>
        </p:nvGraphicFramePr>
        <p:xfrm>
          <a:off x="6051045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839700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Violet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198 / 127 / 173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c67fad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7FAD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70" name="Google Shape;470;p80"/>
          <p:cNvGraphicFramePr/>
          <p:nvPr/>
        </p:nvGraphicFramePr>
        <p:xfrm>
          <a:off x="7485510" y="3332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839675"/>
              </a:tblGrid>
              <a:tr h="22137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 Green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150 / 193 / 163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7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r>
                        <a:rPr lang="en" sz="750" u="none" cap="none" strike="noStrike">
                          <a:solidFill>
                            <a:srgbClr val="231F2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96c1a3</a:t>
                      </a:r>
                      <a:endParaRPr sz="75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64000" marR="0" marL="64000" anchor="b">
                    <a:lnL cap="flat" cmpd="sng" w="1524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6C1A3"/>
                    </a:solidFill>
                  </a:tcPr>
                </a:tc>
              </a:tr>
              <a:tr h="221375">
                <a:tc vMerge="1"/>
              </a:tr>
              <a:tr h="221375">
                <a:tc vMerge="1"/>
              </a:tr>
            </a:tbl>
          </a:graphicData>
        </a:graphic>
      </p:graphicFrame>
      <p:graphicFrame>
        <p:nvGraphicFramePr>
          <p:cNvPr id="471" name="Google Shape;471;p80"/>
          <p:cNvGraphicFramePr/>
          <p:nvPr/>
        </p:nvGraphicFramePr>
        <p:xfrm>
          <a:off x="1617665" y="1515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1174250"/>
                <a:gridCol w="367950"/>
                <a:gridCol w="753300"/>
              </a:tblGrid>
              <a:tr h="26857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Ascension </a:t>
                      </a:r>
                      <a:b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Medium Blue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 / 105 / 210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#1e69d2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91425" marR="0" marL="91425" anchor="b">
                    <a:lnL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6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b="1" sz="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87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#4b87db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87E2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A6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#78a5e4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A6EA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#a5c3ed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F1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#d2e1f6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0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2F8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80"/>
          <p:cNvSpPr txBox="1"/>
          <p:nvPr/>
        </p:nvSpPr>
        <p:spPr>
          <a:xfrm>
            <a:off x="304699" y="1156470"/>
            <a:ext cx="212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PRIMARY PALETTE </a:t>
            </a:r>
            <a:endParaRPr b="1" i="0" sz="800" u="none" cap="none" strike="noStrike">
              <a:solidFill>
                <a:srgbClr val="231F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Assigned monochromatic tint values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3" name="Google Shape;473;p80"/>
          <p:cNvGraphicFramePr/>
          <p:nvPr/>
        </p:nvGraphicFramePr>
        <p:xfrm>
          <a:off x="4070985" y="1515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1147950"/>
                <a:gridCol w="389350"/>
                <a:gridCol w="758250"/>
              </a:tblGrid>
              <a:tr h="26857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Ascension </a:t>
                      </a:r>
                      <a:b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Violet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180 / 15 / 135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#b40f87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91425" marR="0" marL="91425" anchor="b">
                    <a:lnL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45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#c245a9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45A9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76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#c57bbc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76C0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A3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#d9a7d2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A3D5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2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#ecd3e9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2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4" name="Google Shape;474;p80"/>
          <p:cNvGraphicFramePr/>
          <p:nvPr/>
        </p:nvGraphicFramePr>
        <p:xfrm>
          <a:off x="6524331" y="1515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{390FCB08-0604-4E24-AE1E-3C2CA234F1DF}</a:tableStyleId>
              </a:tblPr>
              <a:tblGrid>
                <a:gridCol w="1146325"/>
                <a:gridCol w="383400"/>
                <a:gridCol w="757300"/>
              </a:tblGrid>
              <a:tr h="26857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Ascension </a:t>
                      </a:r>
                      <a:b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Green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 / 148 / 152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#009498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91425" marR="0" marL="91425" anchor="b">
                    <a:lnL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C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#33a9ad </a:t>
                      </a: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CAF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b="1"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C2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#66bfc1  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C2C2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D6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#99d4d6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D6D7"/>
                    </a:solidFill>
                  </a:tcPr>
                </a:tc>
              </a:tr>
              <a:tr h="268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20%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#cceaea  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24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BEB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80"/>
          <p:cNvSpPr txBox="1"/>
          <p:nvPr/>
        </p:nvSpPr>
        <p:spPr>
          <a:xfrm>
            <a:off x="304730" y="2971613"/>
            <a:ext cx="329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SECONDARY PALETTE</a:t>
            </a:r>
            <a:endParaRPr b="1" i="0" sz="800" u="none" cap="none" strike="noStrike">
              <a:solidFill>
                <a:srgbClr val="231F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Unassigned monochromatic tint values</a:t>
            </a:r>
            <a:endParaRPr b="0" i="0" sz="800" u="none" cap="none" strike="noStrike">
              <a:solidFill>
                <a:srgbClr val="231F2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80"/>
          <p:cNvSpPr txBox="1"/>
          <p:nvPr>
            <p:ph type="title"/>
          </p:nvPr>
        </p:nvSpPr>
        <p:spPr>
          <a:xfrm>
            <a:off x="31317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Ascension Brand Colors</a:t>
            </a:r>
            <a:endParaRPr/>
          </a:p>
        </p:txBody>
      </p:sp>
      <p:sp>
        <p:nvSpPr>
          <p:cNvPr id="477" name="Google Shape;477;p80"/>
          <p:cNvSpPr txBox="1"/>
          <p:nvPr/>
        </p:nvSpPr>
        <p:spPr>
          <a:xfrm>
            <a:off x="293760" y="799186"/>
            <a:ext cx="44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31F20"/>
                </a:solidFill>
                <a:latin typeface="Roboto"/>
                <a:ea typeface="Roboto"/>
                <a:cs typeface="Roboto"/>
                <a:sym typeface="Roboto"/>
              </a:rPr>
              <a:t>Color</a:t>
            </a:r>
            <a:endParaRPr b="1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80"/>
          <p:cNvCxnSpPr/>
          <p:nvPr/>
        </p:nvCxnSpPr>
        <p:spPr>
          <a:xfrm>
            <a:off x="772945" y="908831"/>
            <a:ext cx="8031900" cy="0"/>
          </a:xfrm>
          <a:prstGeom prst="straightConnector1">
            <a:avLst/>
          </a:prstGeom>
          <a:noFill/>
          <a:ln cap="flat" cmpd="sng" w="1905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80"/>
          <p:cNvSpPr/>
          <p:nvPr/>
        </p:nvSpPr>
        <p:spPr>
          <a:xfrm>
            <a:off x="304700" y="1515476"/>
            <a:ext cx="1155144" cy="1074634"/>
          </a:xfrm>
          <a:custGeom>
            <a:rect b="b" l="l" r="r" t="t"/>
            <a:pathLst>
              <a:path extrusionOk="0" h="466725" w="466725">
                <a:moveTo>
                  <a:pt x="466344" y="0"/>
                </a:moveTo>
                <a:lnTo>
                  <a:pt x="0" y="0"/>
                </a:lnTo>
                <a:lnTo>
                  <a:pt x="0" y="466344"/>
                </a:lnTo>
                <a:lnTo>
                  <a:pt x="466344" y="466344"/>
                </a:lnTo>
                <a:lnTo>
                  <a:pt x="466344" y="0"/>
                </a:lnTo>
                <a:close/>
              </a:path>
            </a:pathLst>
          </a:custGeom>
          <a:solidFill>
            <a:srgbClr val="1B4297"/>
          </a:solidFill>
          <a:ln>
            <a:noFill/>
          </a:ln>
        </p:spPr>
        <p:txBody>
          <a:bodyPr anchorCtr="0" anchor="b" bIns="91425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Ascension </a:t>
            </a:r>
            <a:endParaRPr b="1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Blue</a:t>
            </a:r>
            <a:endParaRPr b="1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27 / 66 / 151</a:t>
            </a:r>
            <a:endParaRPr b="0" i="0" sz="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#1b4297</a:t>
            </a:r>
            <a:endParaRPr b="0" i="0" sz="111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1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Covers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90" name="Google Shape;490;p8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96" name="Google Shape;496;p83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4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02" name="Google Shape;502;p84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5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08" name="Google Shape;508;p85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14" name="Google Shape;514;p86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7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20" name="Google Shape;520;p87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8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26" name="Google Shape;526;p88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9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32" name="Google Shape;532;p89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0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38" name="Google Shape;538;p90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1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44" name="Google Shape;544;p91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2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50" name="Google Shape;550;p92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3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56" name="Google Shape;556;p93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4"/>
          <p:cNvSpPr txBox="1"/>
          <p:nvPr>
            <p:ph type="title"/>
          </p:nvPr>
        </p:nvSpPr>
        <p:spPr>
          <a:xfrm>
            <a:off x="454501" y="710850"/>
            <a:ext cx="8176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62" name="Google Shape;562;p94"/>
          <p:cNvSpPr txBox="1"/>
          <p:nvPr>
            <p:ph idx="1" type="subTitle"/>
          </p:nvPr>
        </p:nvSpPr>
        <p:spPr>
          <a:xfrm>
            <a:off x="454505" y="1397075"/>
            <a:ext cx="8176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5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95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69" name="Google Shape;569;p95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6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96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76" name="Google Shape;576;p96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7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97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83" name="Google Shape;583;p97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8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9" name="Google Shape;589;p98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90" name="Google Shape;590;p98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9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99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97" name="Google Shape;597;p99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3" name="Google Shape;603;p100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04" name="Google Shape;604;p100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101"/>
          <p:cNvSpPr txBox="1"/>
          <p:nvPr>
            <p:ph type="title"/>
          </p:nvPr>
        </p:nvSpPr>
        <p:spPr>
          <a:xfrm>
            <a:off x="454501" y="710850"/>
            <a:ext cx="4559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11" name="Google Shape;611;p101"/>
          <p:cNvSpPr txBox="1"/>
          <p:nvPr>
            <p:ph idx="1" type="subTitle"/>
          </p:nvPr>
        </p:nvSpPr>
        <p:spPr>
          <a:xfrm>
            <a:off x="454503" y="1397075"/>
            <a:ext cx="4559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2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Dividers</a:t>
            </a:r>
            <a:endParaRPr sz="6000"/>
          </a:p>
        </p:txBody>
      </p:sp>
      <p:sp>
        <p:nvSpPr>
          <p:cNvPr id="617" name="Google Shape;617;p102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3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23" name="Google Shape;623;p103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4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29" name="Google Shape;629;p104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5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35" name="Google Shape;635;p105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6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41" name="Google Shape;641;p106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7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47" name="Google Shape;647;p107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8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53" name="Google Shape;653;p108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9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659" name="Google Shape;659;p109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0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110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66" name="Google Shape;666;p110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11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111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73" name="Google Shape;673;p111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2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112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80" name="Google Shape;680;p112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3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113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87" name="Google Shape;687;p113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4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114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94" name="Google Shape;694;p114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15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115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01" name="Google Shape;701;p115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16"/>
          <p:cNvSpPr/>
          <p:nvPr>
            <p:ph idx="2" type="pic"/>
          </p:nvPr>
        </p:nvSpPr>
        <p:spPr>
          <a:xfrm>
            <a:off x="5477700" y="0"/>
            <a:ext cx="3666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116"/>
          <p:cNvSpPr txBox="1"/>
          <p:nvPr>
            <p:ph type="title"/>
          </p:nvPr>
        </p:nvSpPr>
        <p:spPr>
          <a:xfrm>
            <a:off x="454500" y="2178098"/>
            <a:ext cx="45753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08" name="Google Shape;708;p116"/>
          <p:cNvSpPr txBox="1"/>
          <p:nvPr>
            <p:ph idx="1" type="subTitle"/>
          </p:nvPr>
        </p:nvSpPr>
        <p:spPr>
          <a:xfrm>
            <a:off x="454500" y="16225"/>
            <a:ext cx="457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17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14" name="Google Shape;714;p117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8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20" name="Google Shape;720;p118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19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26" name="Google Shape;726;p119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20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32" name="Google Shape;732;p120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21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38" name="Google Shape;738;p121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22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44" name="Google Shape;744;p122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23"/>
          <p:cNvSpPr txBox="1"/>
          <p:nvPr>
            <p:ph type="title"/>
          </p:nvPr>
        </p:nvSpPr>
        <p:spPr>
          <a:xfrm>
            <a:off x="965400" y="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50" name="Google Shape;750;p123"/>
          <p:cNvSpPr txBox="1"/>
          <p:nvPr>
            <p:ph idx="1" type="subTitle"/>
          </p:nvPr>
        </p:nvSpPr>
        <p:spPr>
          <a:xfrm>
            <a:off x="965400" y="1883751"/>
            <a:ext cx="7213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24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Content</a:t>
            </a:r>
            <a:endParaRPr sz="6000"/>
          </a:p>
        </p:txBody>
      </p:sp>
      <p:sp>
        <p:nvSpPr>
          <p:cNvPr id="756" name="Google Shape;756;p124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8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9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30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84" name="Google Shape;784;p130"/>
          <p:cNvSpPr txBox="1"/>
          <p:nvPr>
            <p:ph idx="1" type="body"/>
          </p:nvPr>
        </p:nvSpPr>
        <p:spPr>
          <a:xfrm>
            <a:off x="274325" y="832900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31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90" name="Google Shape;790;p131"/>
          <p:cNvSpPr txBox="1"/>
          <p:nvPr>
            <p:ph idx="1" type="body"/>
          </p:nvPr>
        </p:nvSpPr>
        <p:spPr>
          <a:xfrm>
            <a:off x="274325" y="832900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2"/>
          <p:cNvSpPr txBox="1"/>
          <p:nvPr>
            <p:ph idx="2" type="body"/>
          </p:nvPr>
        </p:nvSpPr>
        <p:spPr>
          <a:xfrm>
            <a:off x="274325" y="1172075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96" name="Google Shape;796;p132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97" name="Google Shape;797;p132"/>
          <p:cNvSpPr txBox="1"/>
          <p:nvPr>
            <p:ph idx="1" type="subTitle"/>
          </p:nvPr>
        </p:nvSpPr>
        <p:spPr>
          <a:xfrm>
            <a:off x="274325" y="631200"/>
            <a:ext cx="85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33"/>
          <p:cNvSpPr txBox="1"/>
          <p:nvPr>
            <p:ph idx="2" type="body"/>
          </p:nvPr>
        </p:nvSpPr>
        <p:spPr>
          <a:xfrm>
            <a:off x="274325" y="1172075"/>
            <a:ext cx="855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03" name="Google Shape;803;p133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04" name="Google Shape;804;p133"/>
          <p:cNvSpPr txBox="1"/>
          <p:nvPr>
            <p:ph idx="1" type="subTitle"/>
          </p:nvPr>
        </p:nvSpPr>
        <p:spPr>
          <a:xfrm>
            <a:off x="274325" y="631200"/>
            <a:ext cx="855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34"/>
          <p:cNvSpPr txBox="1"/>
          <p:nvPr>
            <p:ph idx="1" type="body"/>
          </p:nvPr>
        </p:nvSpPr>
        <p:spPr>
          <a:xfrm>
            <a:off x="274325" y="1009650"/>
            <a:ext cx="851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10" name="Google Shape;810;p134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11" name="Google Shape;811;p134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35"/>
          <p:cNvSpPr txBox="1"/>
          <p:nvPr>
            <p:ph idx="1" type="body"/>
          </p:nvPr>
        </p:nvSpPr>
        <p:spPr>
          <a:xfrm>
            <a:off x="274325" y="1009650"/>
            <a:ext cx="8514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17" name="Google Shape;817;p135"/>
          <p:cNvSpPr txBox="1"/>
          <p:nvPr>
            <p:ph type="title"/>
          </p:nvPr>
        </p:nvSpPr>
        <p:spPr>
          <a:xfrm>
            <a:off x="274325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18" name="Google Shape;818;p135"/>
          <p:cNvSpPr txBox="1"/>
          <p:nvPr>
            <p:ph idx="2" type="subTitle"/>
          </p:nvPr>
        </p:nvSpPr>
        <p:spPr>
          <a:xfrm>
            <a:off x="274325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36"/>
          <p:cNvSpPr txBox="1"/>
          <p:nvPr>
            <p:ph idx="1" type="body"/>
          </p:nvPr>
        </p:nvSpPr>
        <p:spPr>
          <a:xfrm>
            <a:off x="2743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24" name="Google Shape;824;p136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25" name="Google Shape;825;p136"/>
          <p:cNvSpPr txBox="1"/>
          <p:nvPr>
            <p:ph idx="2" type="body"/>
          </p:nvPr>
        </p:nvSpPr>
        <p:spPr>
          <a:xfrm>
            <a:off x="49266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7"/>
          <p:cNvSpPr txBox="1"/>
          <p:nvPr>
            <p:ph idx="1" type="body"/>
          </p:nvPr>
        </p:nvSpPr>
        <p:spPr>
          <a:xfrm>
            <a:off x="2743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31" name="Google Shape;831;p137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32" name="Google Shape;832;p137"/>
          <p:cNvSpPr txBox="1"/>
          <p:nvPr>
            <p:ph idx="2" type="body"/>
          </p:nvPr>
        </p:nvSpPr>
        <p:spPr>
          <a:xfrm>
            <a:off x="4926625" y="832900"/>
            <a:ext cx="392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8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38" name="Google Shape;838;p138"/>
          <p:cNvSpPr/>
          <p:nvPr>
            <p:ph idx="2" type="pic"/>
          </p:nvPr>
        </p:nvSpPr>
        <p:spPr>
          <a:xfrm>
            <a:off x="294600" y="775201"/>
            <a:ext cx="8554800" cy="3711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39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44" name="Google Shape;844;p139"/>
          <p:cNvSpPr/>
          <p:nvPr>
            <p:ph idx="2" type="pic"/>
          </p:nvPr>
        </p:nvSpPr>
        <p:spPr>
          <a:xfrm>
            <a:off x="294600" y="775200"/>
            <a:ext cx="8554800" cy="338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40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50" name="Google Shape;850;p140"/>
          <p:cNvSpPr/>
          <p:nvPr>
            <p:ph idx="2" type="pic"/>
          </p:nvPr>
        </p:nvSpPr>
        <p:spPr>
          <a:xfrm>
            <a:off x="294600" y="1022788"/>
            <a:ext cx="8554800" cy="346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140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41"/>
          <p:cNvSpPr txBox="1"/>
          <p:nvPr>
            <p:ph type="title"/>
          </p:nvPr>
        </p:nvSpPr>
        <p:spPr>
          <a:xfrm>
            <a:off x="342900" y="514350"/>
            <a:ext cx="851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57" name="Google Shape;857;p141"/>
          <p:cNvSpPr/>
          <p:nvPr>
            <p:ph idx="2" type="pic"/>
          </p:nvPr>
        </p:nvSpPr>
        <p:spPr>
          <a:xfrm>
            <a:off x="294600" y="1022800"/>
            <a:ext cx="8554800" cy="31362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141"/>
          <p:cNvSpPr txBox="1"/>
          <p:nvPr>
            <p:ph idx="1" type="subTitle"/>
          </p:nvPr>
        </p:nvSpPr>
        <p:spPr>
          <a:xfrm>
            <a:off x="342900" y="218775"/>
            <a:ext cx="851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42"/>
          <p:cNvSpPr txBox="1"/>
          <p:nvPr>
            <p:ph idx="3" type="title"/>
          </p:nvPr>
        </p:nvSpPr>
        <p:spPr>
          <a:xfrm>
            <a:off x="2906125" y="2138627"/>
            <a:ext cx="580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64" name="Google Shape;864;p142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5" name="Google Shape;865;p142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66" name="Google Shape;866;p142"/>
          <p:cNvSpPr txBox="1"/>
          <p:nvPr>
            <p:ph idx="4" type="title"/>
          </p:nvPr>
        </p:nvSpPr>
        <p:spPr>
          <a:xfrm>
            <a:off x="2906125" y="2488422"/>
            <a:ext cx="580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43"/>
          <p:cNvSpPr txBox="1"/>
          <p:nvPr>
            <p:ph idx="3" type="title"/>
          </p:nvPr>
        </p:nvSpPr>
        <p:spPr>
          <a:xfrm>
            <a:off x="2906125" y="2138627"/>
            <a:ext cx="580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72" name="Google Shape;872;p143"/>
          <p:cNvSpPr/>
          <p:nvPr>
            <p:ph idx="2" type="pic"/>
          </p:nvPr>
        </p:nvSpPr>
        <p:spPr>
          <a:xfrm>
            <a:off x="342900" y="1290657"/>
            <a:ext cx="2284500" cy="228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3" name="Google Shape;873;p143"/>
          <p:cNvSpPr txBox="1"/>
          <p:nvPr>
            <p:ph type="title"/>
          </p:nvPr>
        </p:nvSpPr>
        <p:spPr>
          <a:xfrm>
            <a:off x="274325" y="247400"/>
            <a:ext cx="8554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74" name="Google Shape;874;p143"/>
          <p:cNvSpPr txBox="1"/>
          <p:nvPr>
            <p:ph idx="4" type="title"/>
          </p:nvPr>
        </p:nvSpPr>
        <p:spPr>
          <a:xfrm>
            <a:off x="2906125" y="2488422"/>
            <a:ext cx="580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44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80" name="Google Shape;880;p144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45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86" name="Google Shape;886;p145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46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2" name="Google Shape;892;p146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7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898" name="Google Shape;898;p147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48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04" name="Google Shape;904;p148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49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10" name="Google Shape;910;p149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50"/>
          <p:cNvSpPr txBox="1"/>
          <p:nvPr>
            <p:ph idx="1" type="body"/>
          </p:nvPr>
        </p:nvSpPr>
        <p:spPr>
          <a:xfrm>
            <a:off x="274325" y="832900"/>
            <a:ext cx="4170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16" name="Google Shape;916;p150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51"/>
          <p:cNvSpPr/>
          <p:nvPr>
            <p:ph idx="2" type="pic"/>
          </p:nvPr>
        </p:nvSpPr>
        <p:spPr>
          <a:xfrm>
            <a:off x="4568700" y="0"/>
            <a:ext cx="4575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151"/>
          <p:cNvSpPr txBox="1"/>
          <p:nvPr>
            <p:ph idx="1" type="body"/>
          </p:nvPr>
        </p:nvSpPr>
        <p:spPr>
          <a:xfrm>
            <a:off x="274325" y="832900"/>
            <a:ext cx="401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23" name="Google Shape;923;p151"/>
          <p:cNvSpPr txBox="1"/>
          <p:nvPr>
            <p:ph type="title"/>
          </p:nvPr>
        </p:nvSpPr>
        <p:spPr>
          <a:xfrm>
            <a:off x="274325" y="247400"/>
            <a:ext cx="40122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52"/>
          <p:cNvSpPr txBox="1"/>
          <p:nvPr>
            <p:ph idx="1" type="subTitle"/>
          </p:nvPr>
        </p:nvSpPr>
        <p:spPr>
          <a:xfrm>
            <a:off x="542475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29" name="Google Shape;929;p152"/>
          <p:cNvSpPr/>
          <p:nvPr>
            <p:ph idx="2" type="pic"/>
          </p:nvPr>
        </p:nvSpPr>
        <p:spPr>
          <a:xfrm>
            <a:off x="516500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152"/>
          <p:cNvSpPr/>
          <p:nvPr>
            <p:ph idx="3" type="pic"/>
          </p:nvPr>
        </p:nvSpPr>
        <p:spPr>
          <a:xfrm>
            <a:off x="3300725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152"/>
          <p:cNvSpPr/>
          <p:nvPr>
            <p:ph idx="4" type="pic"/>
          </p:nvPr>
        </p:nvSpPr>
        <p:spPr>
          <a:xfrm>
            <a:off x="6084951" y="7760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152"/>
          <p:cNvSpPr/>
          <p:nvPr>
            <p:ph idx="5" type="pic"/>
          </p:nvPr>
        </p:nvSpPr>
        <p:spPr>
          <a:xfrm>
            <a:off x="525525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152"/>
          <p:cNvSpPr/>
          <p:nvPr>
            <p:ph idx="6" type="pic"/>
          </p:nvPr>
        </p:nvSpPr>
        <p:spPr>
          <a:xfrm>
            <a:off x="3309750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4" name="Google Shape;934;p152"/>
          <p:cNvSpPr/>
          <p:nvPr>
            <p:ph idx="7" type="pic"/>
          </p:nvPr>
        </p:nvSpPr>
        <p:spPr>
          <a:xfrm>
            <a:off x="6093976" y="2582200"/>
            <a:ext cx="2524500" cy="131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152"/>
          <p:cNvSpPr txBox="1"/>
          <p:nvPr>
            <p:ph idx="8" type="subTitle"/>
          </p:nvPr>
        </p:nvSpPr>
        <p:spPr>
          <a:xfrm>
            <a:off x="331371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6" name="Google Shape;936;p152"/>
          <p:cNvSpPr txBox="1"/>
          <p:nvPr>
            <p:ph idx="9" type="subTitle"/>
          </p:nvPr>
        </p:nvSpPr>
        <p:spPr>
          <a:xfrm>
            <a:off x="6084963" y="2146285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7" name="Google Shape;937;p152"/>
          <p:cNvSpPr txBox="1"/>
          <p:nvPr>
            <p:ph idx="13" type="subTitle"/>
          </p:nvPr>
        </p:nvSpPr>
        <p:spPr>
          <a:xfrm>
            <a:off x="530175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8" name="Google Shape;938;p152"/>
          <p:cNvSpPr txBox="1"/>
          <p:nvPr>
            <p:ph idx="14" type="subTitle"/>
          </p:nvPr>
        </p:nvSpPr>
        <p:spPr>
          <a:xfrm>
            <a:off x="330141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39" name="Google Shape;939;p152"/>
          <p:cNvSpPr txBox="1"/>
          <p:nvPr>
            <p:ph idx="15" type="subTitle"/>
          </p:nvPr>
        </p:nvSpPr>
        <p:spPr>
          <a:xfrm>
            <a:off x="6072663" y="3939126"/>
            <a:ext cx="252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40" name="Google Shape;940;p152"/>
          <p:cNvSpPr txBox="1"/>
          <p:nvPr>
            <p:ph type="title"/>
          </p:nvPr>
        </p:nvSpPr>
        <p:spPr>
          <a:xfrm>
            <a:off x="274325" y="247400"/>
            <a:ext cx="85548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53"/>
          <p:cNvSpPr txBox="1"/>
          <p:nvPr>
            <p:ph type="title"/>
          </p:nvPr>
        </p:nvSpPr>
        <p:spPr>
          <a:xfrm>
            <a:off x="965400" y="0"/>
            <a:ext cx="72132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000"/>
              <a:t>Back Covers</a:t>
            </a:r>
            <a:endParaRPr sz="6000"/>
          </a:p>
        </p:txBody>
      </p:sp>
      <p:sp>
        <p:nvSpPr>
          <p:cNvPr id="946" name="Google Shape;946;p153"/>
          <p:cNvSpPr txBox="1"/>
          <p:nvPr>
            <p:ph idx="1" type="subTitle"/>
          </p:nvPr>
        </p:nvSpPr>
        <p:spPr>
          <a:xfrm>
            <a:off x="965400" y="2466500"/>
            <a:ext cx="72132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cension">
  <a:themeElements>
    <a:clrScheme name="Simple Light">
      <a:dk1>
        <a:srgbClr val="000000"/>
      </a:dk1>
      <a:lt1>
        <a:srgbClr val="FFFFFF"/>
      </a:lt1>
      <a:dk2>
        <a:srgbClr val="1B4297"/>
      </a:dk2>
      <a:lt2>
        <a:srgbClr val="1E69D2"/>
      </a:lt2>
      <a:accent1>
        <a:srgbClr val="009498"/>
      </a:accent1>
      <a:accent2>
        <a:srgbClr val="B40F87"/>
      </a:accent2>
      <a:accent3>
        <a:srgbClr val="D2E1F6"/>
      </a:accent3>
      <a:accent4>
        <a:srgbClr val="CCEAEA"/>
      </a:accent4>
      <a:accent5>
        <a:srgbClr val="ECD3E9"/>
      </a:accent5>
      <a:accent6>
        <a:srgbClr val="A5C3ED"/>
      </a:accent6>
      <a:hlink>
        <a:srgbClr val="1E69D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