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2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</p:sldIdLst>
  <p:sldSz cy="5143500" cx="9144000"/>
  <p:notesSz cx="6858000" cy="9144000"/>
  <p:embeddedFontLst>
    <p:embeddedFont>
      <p:font typeface="Roboto"/>
      <p:regular r:id="rId90"/>
      <p:bold r:id="rId91"/>
      <p:italic r:id="rId92"/>
      <p:boldItalic r:id="rId93"/>
    </p:embeddedFont>
    <p:embeddedFont>
      <p:font typeface="Roboto Light"/>
      <p:regular r:id="rId94"/>
      <p:bold r:id="rId95"/>
      <p:italic r:id="rId96"/>
      <p:boldItalic r:id="rId9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288">
          <p15:clr>
            <a:srgbClr val="747775"/>
          </p15:clr>
        </p15:guide>
        <p15:guide id="4" orient="horz" pos="43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C155CCA-51D1-4726-97A2-25327AC84BCE}">
  <a:tblStyle styleId="{3C155CCA-51D1-4726-97A2-25327AC84BCE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  <p:guide pos="288" orient="horz"/>
        <p:guide pos="43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95" Type="http://schemas.openxmlformats.org/officeDocument/2006/relationships/font" Target="fonts/RobotoLight-bold.fntdata"/><Relationship Id="rId94" Type="http://schemas.openxmlformats.org/officeDocument/2006/relationships/font" Target="fonts/RobotoLight-regular.fntdata"/><Relationship Id="rId97" Type="http://schemas.openxmlformats.org/officeDocument/2006/relationships/font" Target="fonts/RobotoLight-boldItalic.fntdata"/><Relationship Id="rId96" Type="http://schemas.openxmlformats.org/officeDocument/2006/relationships/font" Target="fonts/RobotoLight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font" Target="fonts/Roboto-bold.fntdata"/><Relationship Id="rId90" Type="http://schemas.openxmlformats.org/officeDocument/2006/relationships/font" Target="fonts/Roboto-regular.fntdata"/><Relationship Id="rId93" Type="http://schemas.openxmlformats.org/officeDocument/2006/relationships/font" Target="fonts/Roboto-boldItalic.fntdata"/><Relationship Id="rId92" Type="http://schemas.openxmlformats.org/officeDocument/2006/relationships/font" Target="fonts/Roboto-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8" Type="http://schemas.openxmlformats.org/officeDocument/2006/relationships/slide" Target="slides/slide82.xml"/><Relationship Id="rId87" Type="http://schemas.openxmlformats.org/officeDocument/2006/relationships/slide" Target="slides/slide81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69" Type="http://schemas.openxmlformats.org/officeDocument/2006/relationships/slide" Target="slides/slide6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9" Type="http://schemas.openxmlformats.org/officeDocument/2006/relationships/slide" Target="slides/slide53.xml"/><Relationship Id="rId58" Type="http://schemas.openxmlformats.org/officeDocument/2006/relationships/slide" Target="slides/slide5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8" name="Google Shape;41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4" name="Google Shape;42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9" name="Google Shape;42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3" name="Google Shape;46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2" name="Google Shape;48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7" name="Google Shape;48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3" name="Google Shape;49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9" name="Google Shape;4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5" name="Google Shape;50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1" name="Google Shape;51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7" name="Google Shape;51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3" name="Google Shape;52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9" name="Google Shape;52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5" name="Google Shape;53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1" name="Google Shape;54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7" name="Google Shape;54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3" name="Google Shape;55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9" name="Google Shape;55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5" name="Google Shape;56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2" name="Google Shape;57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9" name="Google Shape;57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6" name="Google Shape;586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3" name="Google Shape;593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0" name="Google Shape;600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7" name="Google Shape;607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4" name="Google Shape;614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0" name="Google Shape;620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6" name="Google Shape;626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2" name="Google Shape;632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8" name="Google Shape;638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4" name="Google Shape;644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0" name="Google Shape;650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6" name="Google Shape;656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2" name="Google Shape;662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9" name="Google Shape;669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6" name="Google Shape;676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3" name="Google Shape;683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0" name="Google Shape;690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7" name="Google Shape;697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4" name="Google Shape;704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1" name="Google Shape;711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7" name="Google Shape;717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3" name="Google Shape;723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9" name="Google Shape;729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5" name="Google Shape;735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1" name="Google Shape;741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7" name="Google Shape;747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3" name="Google Shape;753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9" name="Google Shape;759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3" name="Google Shape;763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7" name="Google Shape;767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1" name="Google Shape;771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6" name="Google Shape;776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1" name="Google Shape;781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7" name="Google Shape;787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3" name="Google Shape;793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0" name="Google Shape;800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7" name="Google Shape;807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4" name="Google Shape;814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1" name="Google Shape;821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8" name="Google Shape;828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5" name="Google Shape;835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1" name="Google Shape;841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7" name="Google Shape;847;p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4" name="Google Shape;854;p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1" name="Google Shape;861;p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9" name="Google Shape;869;p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7" name="Google Shape;877;p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3" name="Google Shape;883;p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9" name="Google Shape;889;p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5" name="Google Shape;895;p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1" name="Google Shape;901;p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7" name="Google Shape;907;p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3" name="Google Shape;913;p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9" name="Google Shape;919;p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6" name="Google Shape;926;p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3" name="Google Shape;943;p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9" name="Google Shape;949;p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3" name="Google Shape;953;p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7" name="Google Shape;957;p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p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1" name="Google Shape;961;p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5" name="Google Shape;965;p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9" name="Google Shape;969;p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1 Cover">
  <p:cSld name="TITL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 title="asce_logo_vt_blk_rgb_30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4489" y="3905348"/>
            <a:ext cx="1235025" cy="78009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/>
          <p:nvPr>
            <p:ph type="title"/>
          </p:nvPr>
        </p:nvSpPr>
        <p:spPr>
          <a:xfrm>
            <a:off x="454501" y="710850"/>
            <a:ext cx="81768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Light"/>
              <a:buNone/>
              <a:defRPr sz="3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54505" y="1397075"/>
            <a:ext cx="81768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"/>
              <a:buNone/>
              <a:defRPr b="1" sz="20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56">
          <p15:clr>
            <a:srgbClr val="FA7B17"/>
          </p15:clr>
        </p15:guide>
        <p15:guide id="2" orient="horz" pos="2951">
          <p15:clr>
            <a:srgbClr val="E46962"/>
          </p15:clr>
        </p15:guide>
        <p15:guide id="3" pos="286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4 Divider">
  <p:cSld name="CUSTOM_1_4">
    <p:bg>
      <p:bgPr>
        <a:solidFill>
          <a:schemeClr val="dk2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" title="ASC_logo_symbol_blk.png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274320" y="4644530"/>
            <a:ext cx="301752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"/>
          <p:cNvSpPr txBox="1"/>
          <p:nvPr/>
        </p:nvSpPr>
        <p:spPr>
          <a:xfrm>
            <a:off x="7469594" y="4802558"/>
            <a:ext cx="1362300" cy="1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0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© Ascension 2026. All rights reserved.</a:t>
            </a:r>
            <a:endParaRPr b="0" i="0" sz="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" name="Google Shape;15;p3"/>
          <p:cNvCxnSpPr/>
          <p:nvPr/>
        </p:nvCxnSpPr>
        <p:spPr>
          <a:xfrm>
            <a:off x="293400" y="4486275"/>
            <a:ext cx="8557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965400" y="2466500"/>
            <a:ext cx="7213200" cy="20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965400" y="0"/>
            <a:ext cx="7213200" cy="2337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044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2a Content">
  <p:cSld name="CUSTOM_28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4" title="ASC_logo_symbol_blk.png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274320" y="4644530"/>
            <a:ext cx="301752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"/>
          <p:cNvSpPr txBox="1"/>
          <p:nvPr/>
        </p:nvSpPr>
        <p:spPr>
          <a:xfrm>
            <a:off x="7466844" y="4813648"/>
            <a:ext cx="1362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© Ascension 2026. All rights reserved.</a:t>
            </a:r>
            <a:endParaRPr b="0" i="0" sz="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274325" y="247400"/>
            <a:ext cx="85548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oboto Light"/>
              <a:buNone/>
              <a:defRPr sz="2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pos="173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2 Cover">
  <p:cSld name="TITLE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5" title="asce_logo_vt_blk_rgb_30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4489" y="3905348"/>
            <a:ext cx="1235025" cy="780099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5"/>
          <p:cNvSpPr txBox="1"/>
          <p:nvPr>
            <p:ph type="title"/>
          </p:nvPr>
        </p:nvSpPr>
        <p:spPr>
          <a:xfrm>
            <a:off x="454501" y="710850"/>
            <a:ext cx="81768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Light"/>
              <a:buNone/>
              <a:defRPr sz="3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" name="Google Shape;25;p5"/>
          <p:cNvSpPr txBox="1"/>
          <p:nvPr>
            <p:ph idx="1" type="subTitle"/>
          </p:nvPr>
        </p:nvSpPr>
        <p:spPr>
          <a:xfrm>
            <a:off x="454505" y="1397075"/>
            <a:ext cx="81768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"/>
              <a:buNone/>
              <a:defRPr b="1" sz="20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56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3 Cover">
  <p:cSld name="TITLE_1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6" title="asce_logo_vt_blk_rgb_30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4489" y="3905348"/>
            <a:ext cx="1235025" cy="780099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 txBox="1"/>
          <p:nvPr>
            <p:ph type="title"/>
          </p:nvPr>
        </p:nvSpPr>
        <p:spPr>
          <a:xfrm>
            <a:off x="454501" y="710850"/>
            <a:ext cx="81768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Light"/>
              <a:buNone/>
              <a:defRPr sz="3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" name="Google Shape;29;p6"/>
          <p:cNvSpPr txBox="1"/>
          <p:nvPr>
            <p:ph idx="1" type="subTitle"/>
          </p:nvPr>
        </p:nvSpPr>
        <p:spPr>
          <a:xfrm>
            <a:off x="454505" y="1397075"/>
            <a:ext cx="81768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"/>
              <a:buNone/>
              <a:defRPr b="1" sz="20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56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4 Cover">
  <p:cSld name="TITLE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7"/>
          <p:cNvPicPr preferRelativeResize="0"/>
          <p:nvPr/>
        </p:nvPicPr>
        <p:blipFill rotWithShape="1">
          <a:blip r:embed="rId3">
            <a:alphaModFix/>
          </a:blip>
          <a:srcRect b="-4275" l="0" r="-4319" t="-15816"/>
          <a:stretch/>
        </p:blipFill>
        <p:spPr>
          <a:xfrm>
            <a:off x="454508" y="3395656"/>
            <a:ext cx="1815249" cy="141257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/>
          <p:nvPr>
            <p:ph type="title"/>
          </p:nvPr>
        </p:nvSpPr>
        <p:spPr>
          <a:xfrm>
            <a:off x="454501" y="710850"/>
            <a:ext cx="81768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" name="Google Shape;33;p7"/>
          <p:cNvSpPr txBox="1"/>
          <p:nvPr>
            <p:ph idx="1" type="subTitle"/>
          </p:nvPr>
        </p:nvSpPr>
        <p:spPr>
          <a:xfrm>
            <a:off x="454505" y="1397075"/>
            <a:ext cx="81768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"/>
              <a:buNone/>
              <a:defRPr b="1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56">
          <p15:clr>
            <a:srgbClr val="FA7B17"/>
          </p15:clr>
        </p15:guide>
        <p15:guide id="2" pos="286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5 Cover">
  <p:cSld name="TITLE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8"/>
          <p:cNvPicPr preferRelativeResize="0"/>
          <p:nvPr/>
        </p:nvPicPr>
        <p:blipFill rotWithShape="1">
          <a:blip r:embed="rId3">
            <a:alphaModFix/>
          </a:blip>
          <a:srcRect b="-4275" l="0" r="-4319" t="-15816"/>
          <a:stretch/>
        </p:blipFill>
        <p:spPr>
          <a:xfrm>
            <a:off x="454508" y="3395656"/>
            <a:ext cx="1815249" cy="1412575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8"/>
          <p:cNvSpPr txBox="1"/>
          <p:nvPr>
            <p:ph type="title"/>
          </p:nvPr>
        </p:nvSpPr>
        <p:spPr>
          <a:xfrm>
            <a:off x="454501" y="710850"/>
            <a:ext cx="81768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1" type="subTitle"/>
          </p:nvPr>
        </p:nvSpPr>
        <p:spPr>
          <a:xfrm>
            <a:off x="454505" y="1397075"/>
            <a:ext cx="81768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"/>
              <a:buNone/>
              <a:defRPr b="1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56">
          <p15:clr>
            <a:srgbClr val="FA7B17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6 Cover">
  <p:cSld name="TITLE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9"/>
          <p:cNvPicPr preferRelativeResize="0"/>
          <p:nvPr/>
        </p:nvPicPr>
        <p:blipFill rotWithShape="1">
          <a:blip r:embed="rId3">
            <a:alphaModFix/>
          </a:blip>
          <a:srcRect b="-4275" l="0" r="-4319" t="-15816"/>
          <a:stretch/>
        </p:blipFill>
        <p:spPr>
          <a:xfrm>
            <a:off x="454508" y="3395656"/>
            <a:ext cx="1815249" cy="1412575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9"/>
          <p:cNvSpPr txBox="1"/>
          <p:nvPr>
            <p:ph type="title"/>
          </p:nvPr>
        </p:nvSpPr>
        <p:spPr>
          <a:xfrm>
            <a:off x="454501" y="710850"/>
            <a:ext cx="81768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9"/>
          <p:cNvSpPr txBox="1"/>
          <p:nvPr>
            <p:ph idx="1" type="subTitle"/>
          </p:nvPr>
        </p:nvSpPr>
        <p:spPr>
          <a:xfrm>
            <a:off x="454505" y="1397075"/>
            <a:ext cx="81768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"/>
              <a:buNone/>
              <a:defRPr b="1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56">
          <p15:clr>
            <a:srgbClr val="FA7B17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7 Cover">
  <p:cSld name="CUSTOM_13_2">
    <p:bg>
      <p:bgPr>
        <a:solidFill>
          <a:schemeClr val="accent3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10" title="asce_logo_vt_blk_rgb_300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4489" y="3905348"/>
            <a:ext cx="1235025" cy="780099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10"/>
          <p:cNvSpPr txBox="1"/>
          <p:nvPr>
            <p:ph type="title"/>
          </p:nvPr>
        </p:nvSpPr>
        <p:spPr>
          <a:xfrm>
            <a:off x="454501" y="710850"/>
            <a:ext cx="81768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Light"/>
              <a:buNone/>
              <a:defRPr sz="3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5" name="Google Shape;45;p10"/>
          <p:cNvSpPr txBox="1"/>
          <p:nvPr>
            <p:ph idx="1" type="subTitle"/>
          </p:nvPr>
        </p:nvSpPr>
        <p:spPr>
          <a:xfrm>
            <a:off x="454505" y="1397075"/>
            <a:ext cx="81768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"/>
              <a:buNone/>
              <a:defRPr b="1" sz="20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8 Cover">
  <p:cSld name="CUSTOM_13_1">
    <p:bg>
      <p:bgPr>
        <a:solidFill>
          <a:schemeClr val="accent5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11" title="asce_logo_vt_blk_rgb_300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4489" y="3905348"/>
            <a:ext cx="1235025" cy="780099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1"/>
          <p:cNvSpPr txBox="1"/>
          <p:nvPr>
            <p:ph type="title"/>
          </p:nvPr>
        </p:nvSpPr>
        <p:spPr>
          <a:xfrm>
            <a:off x="454501" y="710850"/>
            <a:ext cx="81768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Light"/>
              <a:buNone/>
              <a:defRPr sz="3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9" name="Google Shape;49;p11"/>
          <p:cNvSpPr txBox="1"/>
          <p:nvPr>
            <p:ph idx="1" type="subTitle"/>
          </p:nvPr>
        </p:nvSpPr>
        <p:spPr>
          <a:xfrm>
            <a:off x="454505" y="1397075"/>
            <a:ext cx="81768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"/>
              <a:buNone/>
              <a:defRPr b="1" sz="20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9 Cover">
  <p:cSld name="CUSTOM_13_1_1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2" title="asce_logo_vt_blk_rgb_300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4489" y="3905348"/>
            <a:ext cx="1235025" cy="780099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2"/>
          <p:cNvSpPr txBox="1"/>
          <p:nvPr>
            <p:ph type="title"/>
          </p:nvPr>
        </p:nvSpPr>
        <p:spPr>
          <a:xfrm>
            <a:off x="454501" y="710850"/>
            <a:ext cx="81768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Light"/>
              <a:buNone/>
              <a:defRPr sz="3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3" name="Google Shape;53;p12"/>
          <p:cNvSpPr txBox="1"/>
          <p:nvPr>
            <p:ph idx="1" type="subTitle"/>
          </p:nvPr>
        </p:nvSpPr>
        <p:spPr>
          <a:xfrm>
            <a:off x="454505" y="1397075"/>
            <a:ext cx="81768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"/>
              <a:buNone/>
              <a:defRPr b="1" sz="20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10 Cover">
  <p:cSld name="CUSTOM_13_3">
    <p:bg>
      <p:bgPr>
        <a:solidFill>
          <a:schemeClr val="dk2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3" title="asce_logo_vt_wht_rgb_300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4489" y="3905348"/>
            <a:ext cx="1235025" cy="780099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>
            <p:ph type="title"/>
          </p:nvPr>
        </p:nvSpPr>
        <p:spPr>
          <a:xfrm>
            <a:off x="454501" y="710850"/>
            <a:ext cx="81768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454505" y="1397075"/>
            <a:ext cx="81768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"/>
              <a:buNone/>
              <a:defRPr b="1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11 Cover">
  <p:cSld name="CUSTOM_13_2_1">
    <p:bg>
      <p:bgPr>
        <a:solidFill>
          <a:schemeClr val="lt2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 title="asce_logo_vt_wht_rgb_300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4489" y="3905348"/>
            <a:ext cx="1235025" cy="780099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4"/>
          <p:cNvSpPr txBox="1"/>
          <p:nvPr>
            <p:ph type="title"/>
          </p:nvPr>
        </p:nvSpPr>
        <p:spPr>
          <a:xfrm>
            <a:off x="454501" y="710850"/>
            <a:ext cx="81768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454505" y="1397075"/>
            <a:ext cx="81768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"/>
              <a:buNone/>
              <a:defRPr b="1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12 Cover">
  <p:cSld name="CUSTOM_13_1_2">
    <p:bg>
      <p:bgPr>
        <a:solidFill>
          <a:schemeClr val="accent2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5" title="asce_logo_vt_wht_rgb_300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4489" y="3905348"/>
            <a:ext cx="1235025" cy="780099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5"/>
          <p:cNvSpPr txBox="1"/>
          <p:nvPr>
            <p:ph type="title"/>
          </p:nvPr>
        </p:nvSpPr>
        <p:spPr>
          <a:xfrm>
            <a:off x="454501" y="710850"/>
            <a:ext cx="81768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" type="subTitle"/>
          </p:nvPr>
        </p:nvSpPr>
        <p:spPr>
          <a:xfrm>
            <a:off x="454505" y="1397075"/>
            <a:ext cx="81768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"/>
              <a:buNone/>
              <a:defRPr b="1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13 Cover">
  <p:cSld name="CUSTOM_13_1_1_1">
    <p:bg>
      <p:bgPr>
        <a:solidFill>
          <a:schemeClr val="accen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6" title="asce_logo_vt_wht_rgb_300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4489" y="3905348"/>
            <a:ext cx="1235025" cy="780099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6"/>
          <p:cNvSpPr txBox="1"/>
          <p:nvPr>
            <p:ph type="title"/>
          </p:nvPr>
        </p:nvSpPr>
        <p:spPr>
          <a:xfrm>
            <a:off x="454501" y="710850"/>
            <a:ext cx="81768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" type="subTitle"/>
          </p:nvPr>
        </p:nvSpPr>
        <p:spPr>
          <a:xfrm>
            <a:off x="454505" y="1397075"/>
            <a:ext cx="81768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"/>
              <a:buNone/>
              <a:defRPr b="1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14 Cover">
  <p:cSld name="CUSTOM_13_1_2_1_1_1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/>
          <p:nvPr>
            <p:ph idx="2" type="pic"/>
          </p:nvPr>
        </p:nvSpPr>
        <p:spPr>
          <a:xfrm>
            <a:off x="5477700" y="0"/>
            <a:ext cx="3666300" cy="5143500"/>
          </a:xfrm>
          <a:prstGeom prst="rect">
            <a:avLst/>
          </a:prstGeom>
          <a:noFill/>
          <a:ln>
            <a:noFill/>
          </a:ln>
        </p:spPr>
      </p:sp>
      <p:pic>
        <p:nvPicPr>
          <p:cNvPr id="72" name="Google Shape;72;p17" title="asce_logo_vt_blk_rgb_300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4489" y="3905348"/>
            <a:ext cx="1235025" cy="780099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7"/>
          <p:cNvSpPr txBox="1"/>
          <p:nvPr>
            <p:ph type="title"/>
          </p:nvPr>
        </p:nvSpPr>
        <p:spPr>
          <a:xfrm>
            <a:off x="454501" y="710850"/>
            <a:ext cx="45591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Light"/>
              <a:buNone/>
              <a:defRPr sz="3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4" name="Google Shape;74;p17"/>
          <p:cNvSpPr txBox="1"/>
          <p:nvPr>
            <p:ph idx="1" type="subTitle"/>
          </p:nvPr>
        </p:nvSpPr>
        <p:spPr>
          <a:xfrm>
            <a:off x="454503" y="1397075"/>
            <a:ext cx="45591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"/>
              <a:buNone/>
              <a:defRPr b="1" sz="20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15 Cover">
  <p:cSld name="CUSTOM_13_1_2_1_1_1_3">
    <p:bg>
      <p:bgPr>
        <a:solidFill>
          <a:schemeClr val="accent5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/>
          <p:nvPr>
            <p:ph idx="2" type="pic"/>
          </p:nvPr>
        </p:nvSpPr>
        <p:spPr>
          <a:xfrm>
            <a:off x="5477700" y="0"/>
            <a:ext cx="3666300" cy="5143500"/>
          </a:xfrm>
          <a:prstGeom prst="rect">
            <a:avLst/>
          </a:prstGeom>
          <a:noFill/>
          <a:ln>
            <a:noFill/>
          </a:ln>
        </p:spPr>
      </p:sp>
      <p:pic>
        <p:nvPicPr>
          <p:cNvPr id="77" name="Google Shape;77;p18" title="asce_logo_vt_blk_rgb_300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4489" y="3905348"/>
            <a:ext cx="1235025" cy="78009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8"/>
          <p:cNvSpPr txBox="1"/>
          <p:nvPr>
            <p:ph type="title"/>
          </p:nvPr>
        </p:nvSpPr>
        <p:spPr>
          <a:xfrm>
            <a:off x="454501" y="710850"/>
            <a:ext cx="45591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Light"/>
              <a:buNone/>
              <a:defRPr sz="3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p18"/>
          <p:cNvSpPr txBox="1"/>
          <p:nvPr>
            <p:ph idx="1" type="subTitle"/>
          </p:nvPr>
        </p:nvSpPr>
        <p:spPr>
          <a:xfrm>
            <a:off x="454503" y="1397075"/>
            <a:ext cx="45591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"/>
              <a:buNone/>
              <a:defRPr b="1" sz="20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16 Cover">
  <p:cSld name="CUSTOM_13_1_2_1_1_1_3_1">
    <p:bg>
      <p:bgPr>
        <a:solidFill>
          <a:schemeClr val="accent4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9"/>
          <p:cNvSpPr/>
          <p:nvPr>
            <p:ph idx="2" type="pic"/>
          </p:nvPr>
        </p:nvSpPr>
        <p:spPr>
          <a:xfrm>
            <a:off x="5477700" y="0"/>
            <a:ext cx="3666300" cy="5143500"/>
          </a:xfrm>
          <a:prstGeom prst="rect">
            <a:avLst/>
          </a:prstGeom>
          <a:noFill/>
          <a:ln>
            <a:noFill/>
          </a:ln>
        </p:spPr>
      </p:sp>
      <p:pic>
        <p:nvPicPr>
          <p:cNvPr id="82" name="Google Shape;82;p19" title="asce_logo_vt_blk_rgb_300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4489" y="3905348"/>
            <a:ext cx="1235025" cy="780099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9"/>
          <p:cNvSpPr txBox="1"/>
          <p:nvPr>
            <p:ph type="title"/>
          </p:nvPr>
        </p:nvSpPr>
        <p:spPr>
          <a:xfrm>
            <a:off x="454501" y="710850"/>
            <a:ext cx="45591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Light"/>
              <a:buNone/>
              <a:defRPr sz="3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4" name="Google Shape;84;p19"/>
          <p:cNvSpPr txBox="1"/>
          <p:nvPr>
            <p:ph idx="1" type="subTitle"/>
          </p:nvPr>
        </p:nvSpPr>
        <p:spPr>
          <a:xfrm>
            <a:off x="454503" y="1397075"/>
            <a:ext cx="45591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"/>
              <a:buNone/>
              <a:defRPr b="1" sz="20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17 Cover">
  <p:cSld name="CUSTOM_13_1_2_1_1_2">
    <p:bg>
      <p:bgPr>
        <a:solidFill>
          <a:schemeClr val="dk2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0"/>
          <p:cNvSpPr/>
          <p:nvPr>
            <p:ph idx="2" type="pic"/>
          </p:nvPr>
        </p:nvSpPr>
        <p:spPr>
          <a:xfrm>
            <a:off x="5477700" y="0"/>
            <a:ext cx="3666300" cy="5143500"/>
          </a:xfrm>
          <a:prstGeom prst="rect">
            <a:avLst/>
          </a:prstGeom>
          <a:noFill/>
          <a:ln>
            <a:noFill/>
          </a:ln>
        </p:spPr>
      </p:sp>
      <p:pic>
        <p:nvPicPr>
          <p:cNvPr id="87" name="Google Shape;87;p20" title="asce_logo_vt_wht_rgb_300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4489" y="3905348"/>
            <a:ext cx="1235025" cy="780099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20"/>
          <p:cNvSpPr txBox="1"/>
          <p:nvPr>
            <p:ph type="title"/>
          </p:nvPr>
        </p:nvSpPr>
        <p:spPr>
          <a:xfrm>
            <a:off x="454501" y="710850"/>
            <a:ext cx="45591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20"/>
          <p:cNvSpPr txBox="1"/>
          <p:nvPr>
            <p:ph idx="1" type="subTitle"/>
          </p:nvPr>
        </p:nvSpPr>
        <p:spPr>
          <a:xfrm>
            <a:off x="454503" y="1397075"/>
            <a:ext cx="45591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"/>
              <a:buNone/>
              <a:defRPr b="1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18 Cover">
  <p:cSld name="CUSTOM_13_1_2_1_1_1_2">
    <p:bg>
      <p:bgPr>
        <a:solidFill>
          <a:schemeClr val="lt2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1"/>
          <p:cNvSpPr/>
          <p:nvPr>
            <p:ph idx="2" type="pic"/>
          </p:nvPr>
        </p:nvSpPr>
        <p:spPr>
          <a:xfrm>
            <a:off x="5477700" y="0"/>
            <a:ext cx="3666300" cy="5143500"/>
          </a:xfrm>
          <a:prstGeom prst="rect">
            <a:avLst/>
          </a:prstGeom>
          <a:noFill/>
          <a:ln>
            <a:noFill/>
          </a:ln>
        </p:spPr>
      </p:sp>
      <p:pic>
        <p:nvPicPr>
          <p:cNvPr id="92" name="Google Shape;92;p21" title="asce_logo_vt_wht_rgb_300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4489" y="3905348"/>
            <a:ext cx="1235025" cy="780099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21"/>
          <p:cNvSpPr txBox="1"/>
          <p:nvPr>
            <p:ph type="title"/>
          </p:nvPr>
        </p:nvSpPr>
        <p:spPr>
          <a:xfrm>
            <a:off x="454501" y="710850"/>
            <a:ext cx="45591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4" name="Google Shape;94;p21"/>
          <p:cNvSpPr txBox="1"/>
          <p:nvPr>
            <p:ph idx="1" type="subTitle"/>
          </p:nvPr>
        </p:nvSpPr>
        <p:spPr>
          <a:xfrm>
            <a:off x="454503" y="1397075"/>
            <a:ext cx="45591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"/>
              <a:buNone/>
              <a:defRPr b="1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19 Cover">
  <p:cSld name="CUSTOM_13_1_2_1_1_1_1_2">
    <p:bg>
      <p:bgPr>
        <a:solidFill>
          <a:schemeClr val="accent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2"/>
          <p:cNvSpPr/>
          <p:nvPr>
            <p:ph idx="2" type="pic"/>
          </p:nvPr>
        </p:nvSpPr>
        <p:spPr>
          <a:xfrm>
            <a:off x="5477700" y="0"/>
            <a:ext cx="3666300" cy="5143500"/>
          </a:xfrm>
          <a:prstGeom prst="rect">
            <a:avLst/>
          </a:prstGeom>
          <a:noFill/>
          <a:ln>
            <a:noFill/>
          </a:ln>
        </p:spPr>
      </p:sp>
      <p:pic>
        <p:nvPicPr>
          <p:cNvPr id="97" name="Google Shape;97;p22" title="asce_logo_vt_wht_rgb_300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4489" y="3905348"/>
            <a:ext cx="1235025" cy="780099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22"/>
          <p:cNvSpPr txBox="1"/>
          <p:nvPr>
            <p:ph type="title"/>
          </p:nvPr>
        </p:nvSpPr>
        <p:spPr>
          <a:xfrm>
            <a:off x="454501" y="710850"/>
            <a:ext cx="45591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9" name="Google Shape;99;p22"/>
          <p:cNvSpPr txBox="1"/>
          <p:nvPr>
            <p:ph idx="1" type="subTitle"/>
          </p:nvPr>
        </p:nvSpPr>
        <p:spPr>
          <a:xfrm>
            <a:off x="454503" y="1397075"/>
            <a:ext cx="45591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"/>
              <a:buNone/>
              <a:defRPr b="1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20 Cover">
  <p:cSld name="CUSTOM_13_1_2_1_1_1_1_1_1">
    <p:bg>
      <p:bgPr>
        <a:solidFill>
          <a:schemeClr val="accent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3"/>
          <p:cNvSpPr/>
          <p:nvPr>
            <p:ph idx="2" type="pic"/>
          </p:nvPr>
        </p:nvSpPr>
        <p:spPr>
          <a:xfrm>
            <a:off x="5477700" y="0"/>
            <a:ext cx="3666300" cy="5143500"/>
          </a:xfrm>
          <a:prstGeom prst="rect">
            <a:avLst/>
          </a:prstGeom>
          <a:noFill/>
          <a:ln>
            <a:noFill/>
          </a:ln>
        </p:spPr>
      </p:sp>
      <p:pic>
        <p:nvPicPr>
          <p:cNvPr id="102" name="Google Shape;102;p23" title="asce_logo_vt_wht_rgb_300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4489" y="3905348"/>
            <a:ext cx="1235025" cy="780099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3"/>
          <p:cNvSpPr txBox="1"/>
          <p:nvPr>
            <p:ph type="title"/>
          </p:nvPr>
        </p:nvSpPr>
        <p:spPr>
          <a:xfrm>
            <a:off x="454501" y="710850"/>
            <a:ext cx="45591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4" name="Google Shape;104;p23"/>
          <p:cNvSpPr txBox="1"/>
          <p:nvPr>
            <p:ph idx="1" type="subTitle"/>
          </p:nvPr>
        </p:nvSpPr>
        <p:spPr>
          <a:xfrm>
            <a:off x="454503" y="1397075"/>
            <a:ext cx="45591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"/>
              <a:buNone/>
              <a:defRPr b="1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1 Divider">
  <p:cSld name="CUSTOM_1_3">
    <p:bg>
      <p:bgPr>
        <a:solidFill>
          <a:schemeClr val="accent3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24" title="ASC_logo_symbol_blk.png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274320" y="4644530"/>
            <a:ext cx="301752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4"/>
          <p:cNvSpPr txBox="1"/>
          <p:nvPr/>
        </p:nvSpPr>
        <p:spPr>
          <a:xfrm>
            <a:off x="7469594" y="4802558"/>
            <a:ext cx="1362300" cy="1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0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© Ascension 2026. All rights reserved.</a:t>
            </a:r>
            <a:endParaRPr b="0" i="0" sz="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8" name="Google Shape;108;p24"/>
          <p:cNvCxnSpPr/>
          <p:nvPr/>
        </p:nvCxnSpPr>
        <p:spPr>
          <a:xfrm>
            <a:off x="293400" y="4486275"/>
            <a:ext cx="85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09" name="Google Shape;109;p24"/>
          <p:cNvSpPr txBox="1"/>
          <p:nvPr>
            <p:ph idx="1" type="subTitle"/>
          </p:nvPr>
        </p:nvSpPr>
        <p:spPr>
          <a:xfrm>
            <a:off x="965400" y="2466500"/>
            <a:ext cx="7213200" cy="20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9pPr>
          </a:lstStyle>
          <a:p/>
        </p:txBody>
      </p:sp>
      <p:sp>
        <p:nvSpPr>
          <p:cNvPr id="110" name="Google Shape;110;p24"/>
          <p:cNvSpPr txBox="1"/>
          <p:nvPr>
            <p:ph type="title"/>
          </p:nvPr>
        </p:nvSpPr>
        <p:spPr>
          <a:xfrm>
            <a:off x="965400" y="0"/>
            <a:ext cx="7213200" cy="2337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Light"/>
              <a:buNone/>
              <a:defRPr sz="3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044">
          <p15:clr>
            <a:srgbClr val="E46962"/>
          </p15:clr>
        </p15:guide>
        <p15:guide id="2" orient="horz" pos="1416">
          <p15:clr>
            <a:srgbClr val="E46962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2 Divider">
  <p:cSld name="CUSTOM_1_2">
    <p:bg>
      <p:bgPr>
        <a:solidFill>
          <a:schemeClr val="accent5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5" title="ASC_logo_symbol_blk.png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274320" y="4644530"/>
            <a:ext cx="301752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5"/>
          <p:cNvSpPr txBox="1"/>
          <p:nvPr/>
        </p:nvSpPr>
        <p:spPr>
          <a:xfrm>
            <a:off x="7469594" y="4802558"/>
            <a:ext cx="1362300" cy="1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0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© Ascension 2026. All rights reserved.</a:t>
            </a:r>
            <a:endParaRPr b="0" i="0" sz="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4" name="Google Shape;114;p25"/>
          <p:cNvCxnSpPr/>
          <p:nvPr/>
        </p:nvCxnSpPr>
        <p:spPr>
          <a:xfrm>
            <a:off x="293400" y="4486275"/>
            <a:ext cx="85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15" name="Google Shape;115;p25"/>
          <p:cNvSpPr txBox="1"/>
          <p:nvPr>
            <p:ph idx="1" type="subTitle"/>
          </p:nvPr>
        </p:nvSpPr>
        <p:spPr>
          <a:xfrm>
            <a:off x="965400" y="2466500"/>
            <a:ext cx="7213200" cy="20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9pPr>
          </a:lstStyle>
          <a:p/>
        </p:txBody>
      </p:sp>
      <p:sp>
        <p:nvSpPr>
          <p:cNvPr id="116" name="Google Shape;116;p25"/>
          <p:cNvSpPr txBox="1"/>
          <p:nvPr>
            <p:ph type="title"/>
          </p:nvPr>
        </p:nvSpPr>
        <p:spPr>
          <a:xfrm>
            <a:off x="965400" y="0"/>
            <a:ext cx="7213200" cy="2337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Light"/>
              <a:buNone/>
              <a:defRPr sz="3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044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3 Divider">
  <p:cSld name="CUSTOM_1_2_1">
    <p:bg>
      <p:bgPr>
        <a:solidFill>
          <a:schemeClr val="accent4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6" title="ASC_logo_symbol_blk.png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274320" y="4644530"/>
            <a:ext cx="301752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6"/>
          <p:cNvSpPr txBox="1"/>
          <p:nvPr/>
        </p:nvSpPr>
        <p:spPr>
          <a:xfrm>
            <a:off x="7469594" y="4802558"/>
            <a:ext cx="1362300" cy="1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0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© Ascension 2026. All rights reserved.</a:t>
            </a:r>
            <a:endParaRPr b="0" i="0" sz="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0" name="Google Shape;120;p26"/>
          <p:cNvCxnSpPr/>
          <p:nvPr/>
        </p:nvCxnSpPr>
        <p:spPr>
          <a:xfrm>
            <a:off x="293400" y="4486275"/>
            <a:ext cx="85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21" name="Google Shape;121;p26"/>
          <p:cNvSpPr txBox="1"/>
          <p:nvPr>
            <p:ph idx="1" type="subTitle"/>
          </p:nvPr>
        </p:nvSpPr>
        <p:spPr>
          <a:xfrm>
            <a:off x="965400" y="2466500"/>
            <a:ext cx="7213200" cy="20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9pPr>
          </a:lstStyle>
          <a:p/>
        </p:txBody>
      </p:sp>
      <p:sp>
        <p:nvSpPr>
          <p:cNvPr id="122" name="Google Shape;122;p26"/>
          <p:cNvSpPr txBox="1"/>
          <p:nvPr>
            <p:ph type="title"/>
          </p:nvPr>
        </p:nvSpPr>
        <p:spPr>
          <a:xfrm>
            <a:off x="965400" y="0"/>
            <a:ext cx="7213200" cy="2337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Light"/>
              <a:buNone/>
              <a:defRPr sz="3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044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5 Divider">
  <p:cSld name="CUSTOM_1_3_1">
    <p:bg>
      <p:bgPr>
        <a:solidFill>
          <a:schemeClr val="lt2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7" title="ASC_logo_symbol_blk.png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274320" y="4644530"/>
            <a:ext cx="301752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7"/>
          <p:cNvSpPr txBox="1"/>
          <p:nvPr/>
        </p:nvSpPr>
        <p:spPr>
          <a:xfrm>
            <a:off x="7469594" y="4802558"/>
            <a:ext cx="1362300" cy="1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0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© Ascension 2026. All rights reserved.</a:t>
            </a:r>
            <a:endParaRPr b="0" i="0" sz="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6" name="Google Shape;126;p27"/>
          <p:cNvCxnSpPr/>
          <p:nvPr/>
        </p:nvCxnSpPr>
        <p:spPr>
          <a:xfrm>
            <a:off x="293400" y="4486275"/>
            <a:ext cx="8557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27" name="Google Shape;127;p27"/>
          <p:cNvSpPr txBox="1"/>
          <p:nvPr>
            <p:ph idx="1" type="subTitle"/>
          </p:nvPr>
        </p:nvSpPr>
        <p:spPr>
          <a:xfrm>
            <a:off x="965400" y="2466500"/>
            <a:ext cx="7213200" cy="20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8" name="Google Shape;128;p27"/>
          <p:cNvSpPr txBox="1"/>
          <p:nvPr>
            <p:ph type="title"/>
          </p:nvPr>
        </p:nvSpPr>
        <p:spPr>
          <a:xfrm>
            <a:off x="965400" y="0"/>
            <a:ext cx="7213200" cy="2337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044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6 Divider">
  <p:cSld name="CUSTOM_1_2_2">
    <p:bg>
      <p:bgPr>
        <a:solidFill>
          <a:schemeClr val="accent2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28" title="ASC_logo_symbol_blk.png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274320" y="4644530"/>
            <a:ext cx="301752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8"/>
          <p:cNvSpPr txBox="1"/>
          <p:nvPr/>
        </p:nvSpPr>
        <p:spPr>
          <a:xfrm>
            <a:off x="7469594" y="4802558"/>
            <a:ext cx="1362300" cy="1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0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© Ascension 2026. All rights reserved.</a:t>
            </a:r>
            <a:endParaRPr b="0" i="0" sz="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2" name="Google Shape;132;p28"/>
          <p:cNvCxnSpPr/>
          <p:nvPr/>
        </p:nvCxnSpPr>
        <p:spPr>
          <a:xfrm>
            <a:off x="293400" y="4486275"/>
            <a:ext cx="8557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33" name="Google Shape;133;p28"/>
          <p:cNvSpPr txBox="1"/>
          <p:nvPr>
            <p:ph idx="1" type="subTitle"/>
          </p:nvPr>
        </p:nvSpPr>
        <p:spPr>
          <a:xfrm>
            <a:off x="965400" y="2466500"/>
            <a:ext cx="7213200" cy="20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4" name="Google Shape;134;p28"/>
          <p:cNvSpPr txBox="1"/>
          <p:nvPr>
            <p:ph type="title"/>
          </p:nvPr>
        </p:nvSpPr>
        <p:spPr>
          <a:xfrm>
            <a:off x="965400" y="0"/>
            <a:ext cx="7213200" cy="2337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044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7 Divider">
  <p:cSld name="CUSTOM_1_2_1_1">
    <p:bg>
      <p:bgPr>
        <a:solidFill>
          <a:schemeClr val="accen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29" title="ASC_logo_symbol_blk.png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274320" y="4644530"/>
            <a:ext cx="301752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9"/>
          <p:cNvSpPr txBox="1"/>
          <p:nvPr/>
        </p:nvSpPr>
        <p:spPr>
          <a:xfrm>
            <a:off x="7469594" y="4802558"/>
            <a:ext cx="1362300" cy="1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0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© Ascension 2026. All rights reserved.</a:t>
            </a:r>
            <a:endParaRPr b="0" i="0" sz="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8" name="Google Shape;138;p29"/>
          <p:cNvCxnSpPr/>
          <p:nvPr/>
        </p:nvCxnSpPr>
        <p:spPr>
          <a:xfrm>
            <a:off x="293400" y="4486275"/>
            <a:ext cx="8557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39" name="Google Shape;139;p29"/>
          <p:cNvSpPr txBox="1"/>
          <p:nvPr>
            <p:ph idx="1" type="subTitle"/>
          </p:nvPr>
        </p:nvSpPr>
        <p:spPr>
          <a:xfrm>
            <a:off x="965400" y="2466500"/>
            <a:ext cx="7213200" cy="20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0" name="Google Shape;140;p29"/>
          <p:cNvSpPr txBox="1"/>
          <p:nvPr>
            <p:ph type="title"/>
          </p:nvPr>
        </p:nvSpPr>
        <p:spPr>
          <a:xfrm>
            <a:off x="965400" y="0"/>
            <a:ext cx="7213200" cy="2337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044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8 Divider">
  <p:cSld name="CUSTOM_1_1_1_1_1_1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0"/>
          <p:cNvSpPr/>
          <p:nvPr>
            <p:ph idx="2" type="pic"/>
          </p:nvPr>
        </p:nvSpPr>
        <p:spPr>
          <a:xfrm>
            <a:off x="5477700" y="0"/>
            <a:ext cx="3666300" cy="5143500"/>
          </a:xfrm>
          <a:prstGeom prst="rect">
            <a:avLst/>
          </a:prstGeom>
          <a:noFill/>
          <a:ln>
            <a:noFill/>
          </a:ln>
        </p:spPr>
      </p:sp>
      <p:pic>
        <p:nvPicPr>
          <p:cNvPr id="143" name="Google Shape;143;p30" title="ASC_logo_symbol_blk.png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274320" y="4644530"/>
            <a:ext cx="301752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30"/>
          <p:cNvSpPr txBox="1"/>
          <p:nvPr/>
        </p:nvSpPr>
        <p:spPr>
          <a:xfrm>
            <a:off x="7469594" y="4802558"/>
            <a:ext cx="1362300" cy="1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0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© Ascension 2025. All rights reserved.</a:t>
            </a:r>
            <a:endParaRPr b="0" i="0" sz="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" name="Google Shape;145;p30"/>
          <p:cNvSpPr txBox="1"/>
          <p:nvPr>
            <p:ph type="title"/>
          </p:nvPr>
        </p:nvSpPr>
        <p:spPr>
          <a:xfrm>
            <a:off x="454500" y="2178098"/>
            <a:ext cx="4575300" cy="24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Light"/>
              <a:buNone/>
              <a:defRPr sz="3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Light"/>
              <a:buNone/>
              <a:defRPr sz="3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Light"/>
              <a:buNone/>
              <a:defRPr sz="3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Light"/>
              <a:buNone/>
              <a:defRPr sz="3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Light"/>
              <a:buNone/>
              <a:defRPr sz="3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Light"/>
              <a:buNone/>
              <a:defRPr sz="3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Light"/>
              <a:buNone/>
              <a:defRPr sz="3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Light"/>
              <a:buNone/>
              <a:defRPr sz="3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Light"/>
              <a:buNone/>
              <a:defRPr sz="3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46" name="Google Shape;146;p30"/>
          <p:cNvSpPr txBox="1"/>
          <p:nvPr>
            <p:ph idx="1" type="subTitle"/>
          </p:nvPr>
        </p:nvSpPr>
        <p:spPr>
          <a:xfrm>
            <a:off x="454500" y="16225"/>
            <a:ext cx="4575300" cy="1987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"/>
              <a:buNone/>
              <a:defRPr b="1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9 Divider">
  <p:cSld name="CUSTOM_1_1_1_1_1_1_1">
    <p:bg>
      <p:bgPr>
        <a:solidFill>
          <a:schemeClr val="accent5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1"/>
          <p:cNvSpPr/>
          <p:nvPr>
            <p:ph idx="2" type="pic"/>
          </p:nvPr>
        </p:nvSpPr>
        <p:spPr>
          <a:xfrm>
            <a:off x="5477700" y="0"/>
            <a:ext cx="36663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49" name="Google Shape;149;p31"/>
          <p:cNvSpPr txBox="1"/>
          <p:nvPr/>
        </p:nvSpPr>
        <p:spPr>
          <a:xfrm>
            <a:off x="7469594" y="4802558"/>
            <a:ext cx="1362300" cy="1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0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© Ascension 2025. All rights reserved.</a:t>
            </a:r>
            <a:endParaRPr b="0" i="0" sz="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0" name="Google Shape;150;p31" title="ASC_logo_symbol_blk.png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274320" y="4644530"/>
            <a:ext cx="301752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31"/>
          <p:cNvSpPr txBox="1"/>
          <p:nvPr>
            <p:ph type="title"/>
          </p:nvPr>
        </p:nvSpPr>
        <p:spPr>
          <a:xfrm>
            <a:off x="454500" y="2178098"/>
            <a:ext cx="4575300" cy="24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Light"/>
              <a:buNone/>
              <a:defRPr sz="3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Light"/>
              <a:buNone/>
              <a:defRPr sz="3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Light"/>
              <a:buNone/>
              <a:defRPr sz="3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Light"/>
              <a:buNone/>
              <a:defRPr sz="3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Light"/>
              <a:buNone/>
              <a:defRPr sz="3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Light"/>
              <a:buNone/>
              <a:defRPr sz="3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Light"/>
              <a:buNone/>
              <a:defRPr sz="3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Light"/>
              <a:buNone/>
              <a:defRPr sz="3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Light"/>
              <a:buNone/>
              <a:defRPr sz="3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52" name="Google Shape;152;p31"/>
          <p:cNvSpPr txBox="1"/>
          <p:nvPr>
            <p:ph idx="1" type="subTitle"/>
          </p:nvPr>
        </p:nvSpPr>
        <p:spPr>
          <a:xfrm>
            <a:off x="454500" y="16225"/>
            <a:ext cx="4575300" cy="1987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"/>
              <a:buNone/>
              <a:defRPr b="1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10 Divider">
  <p:cSld name="CUSTOM_1_1_1_1_1_1_1_1">
    <p:bg>
      <p:bgPr>
        <a:solidFill>
          <a:schemeClr val="accent4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2"/>
          <p:cNvSpPr/>
          <p:nvPr>
            <p:ph idx="2" type="pic"/>
          </p:nvPr>
        </p:nvSpPr>
        <p:spPr>
          <a:xfrm>
            <a:off x="5477700" y="0"/>
            <a:ext cx="36663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32"/>
          <p:cNvSpPr txBox="1"/>
          <p:nvPr/>
        </p:nvSpPr>
        <p:spPr>
          <a:xfrm>
            <a:off x="7469594" y="4802558"/>
            <a:ext cx="1362300" cy="1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0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© Ascension 2025. All rights reserved.</a:t>
            </a:r>
            <a:endParaRPr b="0" i="0" sz="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6" name="Google Shape;156;p32" title="ASC_logo_symbol_blk.png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274320" y="4644530"/>
            <a:ext cx="301752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32"/>
          <p:cNvSpPr txBox="1"/>
          <p:nvPr>
            <p:ph type="title"/>
          </p:nvPr>
        </p:nvSpPr>
        <p:spPr>
          <a:xfrm>
            <a:off x="454500" y="2178098"/>
            <a:ext cx="4575300" cy="24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Light"/>
              <a:buNone/>
              <a:defRPr sz="3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Light"/>
              <a:buNone/>
              <a:defRPr sz="3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Light"/>
              <a:buNone/>
              <a:defRPr sz="3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Light"/>
              <a:buNone/>
              <a:defRPr sz="3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Light"/>
              <a:buNone/>
              <a:defRPr sz="3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Light"/>
              <a:buNone/>
              <a:defRPr sz="3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Light"/>
              <a:buNone/>
              <a:defRPr sz="3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Light"/>
              <a:buNone/>
              <a:defRPr sz="3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Light"/>
              <a:buNone/>
              <a:defRPr sz="3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58" name="Google Shape;158;p32"/>
          <p:cNvSpPr txBox="1"/>
          <p:nvPr>
            <p:ph idx="1" type="subTitle"/>
          </p:nvPr>
        </p:nvSpPr>
        <p:spPr>
          <a:xfrm>
            <a:off x="454500" y="16225"/>
            <a:ext cx="4575300" cy="1987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"/>
              <a:buNone/>
              <a:defRPr b="1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11 Divider">
  <p:cSld name="CUSTOM_1_1_1_1_1_2">
    <p:bg>
      <p:bgPr>
        <a:solidFill>
          <a:schemeClr val="dk2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3"/>
          <p:cNvSpPr/>
          <p:nvPr>
            <p:ph idx="2" type="pic"/>
          </p:nvPr>
        </p:nvSpPr>
        <p:spPr>
          <a:xfrm>
            <a:off x="5477700" y="0"/>
            <a:ext cx="3666300" cy="5143500"/>
          </a:xfrm>
          <a:prstGeom prst="rect">
            <a:avLst/>
          </a:prstGeom>
          <a:noFill/>
          <a:ln>
            <a:noFill/>
          </a:ln>
        </p:spPr>
      </p:sp>
      <p:pic>
        <p:nvPicPr>
          <p:cNvPr id="161" name="Google Shape;161;p33" title="ASC_logo_symbol_blk.png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274320" y="4644530"/>
            <a:ext cx="301752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33"/>
          <p:cNvSpPr txBox="1"/>
          <p:nvPr/>
        </p:nvSpPr>
        <p:spPr>
          <a:xfrm>
            <a:off x="7469594" y="4802558"/>
            <a:ext cx="1362300" cy="1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0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© Ascension 2025. All rights reserved.</a:t>
            </a:r>
            <a:endParaRPr b="0" i="0" sz="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" name="Google Shape;163;p33"/>
          <p:cNvSpPr txBox="1"/>
          <p:nvPr>
            <p:ph type="title"/>
          </p:nvPr>
        </p:nvSpPr>
        <p:spPr>
          <a:xfrm>
            <a:off x="454500" y="2178098"/>
            <a:ext cx="4575300" cy="24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64" name="Google Shape;164;p33"/>
          <p:cNvSpPr txBox="1"/>
          <p:nvPr>
            <p:ph idx="1" type="subTitle"/>
          </p:nvPr>
        </p:nvSpPr>
        <p:spPr>
          <a:xfrm>
            <a:off x="454500" y="16225"/>
            <a:ext cx="4575300" cy="1987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"/>
              <a:buNone/>
              <a:defRPr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12 Divider">
  <p:cSld name="CUSTOM_1_1_1_1_1_1_2">
    <p:bg>
      <p:bgPr>
        <a:solidFill>
          <a:schemeClr val="lt2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4"/>
          <p:cNvSpPr/>
          <p:nvPr>
            <p:ph idx="2" type="pic"/>
          </p:nvPr>
        </p:nvSpPr>
        <p:spPr>
          <a:xfrm>
            <a:off x="5477700" y="0"/>
            <a:ext cx="3666300" cy="5143500"/>
          </a:xfrm>
          <a:prstGeom prst="rect">
            <a:avLst/>
          </a:prstGeom>
          <a:noFill/>
          <a:ln>
            <a:noFill/>
          </a:ln>
        </p:spPr>
      </p:sp>
      <p:pic>
        <p:nvPicPr>
          <p:cNvPr id="167" name="Google Shape;167;p34" title="ASC_logo_symbol_blk.png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274320" y="4644530"/>
            <a:ext cx="301752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34"/>
          <p:cNvSpPr txBox="1"/>
          <p:nvPr/>
        </p:nvSpPr>
        <p:spPr>
          <a:xfrm>
            <a:off x="7469594" y="4802558"/>
            <a:ext cx="1362300" cy="1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0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© Ascension 2025. All rights reserved.</a:t>
            </a:r>
            <a:endParaRPr b="0" i="0" sz="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9" name="Google Shape;169;p34"/>
          <p:cNvSpPr txBox="1"/>
          <p:nvPr>
            <p:ph type="title"/>
          </p:nvPr>
        </p:nvSpPr>
        <p:spPr>
          <a:xfrm>
            <a:off x="454500" y="2178098"/>
            <a:ext cx="4575300" cy="24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70" name="Google Shape;170;p34"/>
          <p:cNvSpPr txBox="1"/>
          <p:nvPr>
            <p:ph idx="1" type="subTitle"/>
          </p:nvPr>
        </p:nvSpPr>
        <p:spPr>
          <a:xfrm>
            <a:off x="454500" y="16225"/>
            <a:ext cx="4575300" cy="1987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"/>
              <a:buNone/>
              <a:defRPr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13 Divider">
  <p:cSld name="CUSTOM_1_1_1_1_1_1_1_2">
    <p:bg>
      <p:bgPr>
        <a:solidFill>
          <a:schemeClr val="accent2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5"/>
          <p:cNvSpPr/>
          <p:nvPr>
            <p:ph idx="2" type="pic"/>
          </p:nvPr>
        </p:nvSpPr>
        <p:spPr>
          <a:xfrm>
            <a:off x="5477700" y="0"/>
            <a:ext cx="3666300" cy="5143500"/>
          </a:xfrm>
          <a:prstGeom prst="rect">
            <a:avLst/>
          </a:prstGeom>
          <a:noFill/>
          <a:ln>
            <a:noFill/>
          </a:ln>
        </p:spPr>
      </p:sp>
      <p:pic>
        <p:nvPicPr>
          <p:cNvPr id="173" name="Google Shape;173;p35" title="ASC_logo_symbol_blk.png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274320" y="4644530"/>
            <a:ext cx="301752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35"/>
          <p:cNvSpPr txBox="1"/>
          <p:nvPr/>
        </p:nvSpPr>
        <p:spPr>
          <a:xfrm>
            <a:off x="7469594" y="4802558"/>
            <a:ext cx="1362300" cy="1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0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© Ascension 2025. All rights reserved.</a:t>
            </a:r>
            <a:endParaRPr b="0" i="0" sz="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" name="Google Shape;175;p35"/>
          <p:cNvSpPr txBox="1"/>
          <p:nvPr>
            <p:ph type="title"/>
          </p:nvPr>
        </p:nvSpPr>
        <p:spPr>
          <a:xfrm>
            <a:off x="454500" y="2178098"/>
            <a:ext cx="4575300" cy="24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76" name="Google Shape;176;p35"/>
          <p:cNvSpPr txBox="1"/>
          <p:nvPr>
            <p:ph idx="1" type="subTitle"/>
          </p:nvPr>
        </p:nvSpPr>
        <p:spPr>
          <a:xfrm>
            <a:off x="454500" y="16225"/>
            <a:ext cx="4575300" cy="1987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"/>
              <a:buNone/>
              <a:defRPr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14 Divider">
  <p:cSld name="CUSTOM_1_1_1_1_1_1_1_1_1">
    <p:bg>
      <p:bgPr>
        <a:solidFill>
          <a:schemeClr val="accent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6"/>
          <p:cNvSpPr/>
          <p:nvPr>
            <p:ph idx="2" type="pic"/>
          </p:nvPr>
        </p:nvSpPr>
        <p:spPr>
          <a:xfrm>
            <a:off x="5477700" y="0"/>
            <a:ext cx="3666300" cy="5143500"/>
          </a:xfrm>
          <a:prstGeom prst="rect">
            <a:avLst/>
          </a:prstGeom>
          <a:noFill/>
          <a:ln>
            <a:noFill/>
          </a:ln>
        </p:spPr>
      </p:sp>
      <p:pic>
        <p:nvPicPr>
          <p:cNvPr id="179" name="Google Shape;179;p36" title="ASC_logo_symbol_blk.png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274320" y="4644530"/>
            <a:ext cx="301752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36"/>
          <p:cNvSpPr txBox="1"/>
          <p:nvPr/>
        </p:nvSpPr>
        <p:spPr>
          <a:xfrm>
            <a:off x="7469594" y="4802558"/>
            <a:ext cx="1362300" cy="1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0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© Ascension 2025. All rights reserved.</a:t>
            </a:r>
            <a:endParaRPr b="0" i="0" sz="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" name="Google Shape;181;p36"/>
          <p:cNvSpPr txBox="1"/>
          <p:nvPr/>
        </p:nvSpPr>
        <p:spPr>
          <a:xfrm>
            <a:off x="7469594" y="4802558"/>
            <a:ext cx="1362300" cy="1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0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© Ascension 2025. All rights reserved.</a:t>
            </a:r>
            <a:endParaRPr b="0" i="0" sz="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" name="Google Shape;182;p36"/>
          <p:cNvSpPr txBox="1"/>
          <p:nvPr>
            <p:ph type="title"/>
          </p:nvPr>
        </p:nvSpPr>
        <p:spPr>
          <a:xfrm>
            <a:off x="454500" y="2178098"/>
            <a:ext cx="4575300" cy="24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83" name="Google Shape;183;p36"/>
          <p:cNvSpPr txBox="1"/>
          <p:nvPr>
            <p:ph idx="1" type="subTitle"/>
          </p:nvPr>
        </p:nvSpPr>
        <p:spPr>
          <a:xfrm>
            <a:off x="454500" y="16225"/>
            <a:ext cx="4575300" cy="1987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"/>
              <a:buNone/>
              <a:defRPr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15 Divider or Quote">
  <p:cSld name="CUSTOM_1_1_2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7"/>
          <p:cNvSpPr/>
          <p:nvPr/>
        </p:nvSpPr>
        <p:spPr>
          <a:xfrm flipH="1" rot="10800000">
            <a:off x="0" y="-8900"/>
            <a:ext cx="9144000" cy="3657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6" name="Google Shape;186;p37" title="ASC_logo_symbol_blk.png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274320" y="4644530"/>
            <a:ext cx="301752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37"/>
          <p:cNvSpPr txBox="1"/>
          <p:nvPr/>
        </p:nvSpPr>
        <p:spPr>
          <a:xfrm>
            <a:off x="7469594" y="4802558"/>
            <a:ext cx="1362300" cy="1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0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© Ascension 2026. All rights reserved.</a:t>
            </a:r>
            <a:endParaRPr b="0" i="0" sz="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8" name="Google Shape;188;p37"/>
          <p:cNvCxnSpPr/>
          <p:nvPr/>
        </p:nvCxnSpPr>
        <p:spPr>
          <a:xfrm>
            <a:off x="293400" y="4486275"/>
            <a:ext cx="85572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89" name="Google Shape;189;p37"/>
          <p:cNvSpPr txBox="1"/>
          <p:nvPr>
            <p:ph idx="1" type="subTitle"/>
          </p:nvPr>
        </p:nvSpPr>
        <p:spPr>
          <a:xfrm>
            <a:off x="965400" y="1883751"/>
            <a:ext cx="7213200" cy="17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9pPr>
          </a:lstStyle>
          <a:p/>
        </p:txBody>
      </p:sp>
      <p:sp>
        <p:nvSpPr>
          <p:cNvPr id="190" name="Google Shape;190;p37"/>
          <p:cNvSpPr txBox="1"/>
          <p:nvPr>
            <p:ph type="title"/>
          </p:nvPr>
        </p:nvSpPr>
        <p:spPr>
          <a:xfrm>
            <a:off x="965400" y="1"/>
            <a:ext cx="7213200" cy="1754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Light"/>
              <a:buNone/>
              <a:defRPr sz="3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146">
          <p15:clr>
            <a:srgbClr val="E46962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16 Divider or Quote">
  <p:cSld name="CUSTOM_1_1_1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8"/>
          <p:cNvSpPr/>
          <p:nvPr/>
        </p:nvSpPr>
        <p:spPr>
          <a:xfrm flipH="1" rot="10800000">
            <a:off x="0" y="-126"/>
            <a:ext cx="9144000" cy="3659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3" name="Google Shape;193;p38" title="ASC_logo_symbol_blk.png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274320" y="4644530"/>
            <a:ext cx="301752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38"/>
          <p:cNvSpPr txBox="1"/>
          <p:nvPr/>
        </p:nvSpPr>
        <p:spPr>
          <a:xfrm>
            <a:off x="7469594" y="4802558"/>
            <a:ext cx="1362300" cy="1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0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© Ascension 2026. All rights reserved.</a:t>
            </a:r>
            <a:endParaRPr b="0" i="0" sz="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5" name="Google Shape;195;p38"/>
          <p:cNvCxnSpPr/>
          <p:nvPr/>
        </p:nvCxnSpPr>
        <p:spPr>
          <a:xfrm>
            <a:off x="293400" y="4486275"/>
            <a:ext cx="85572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96" name="Google Shape;196;p38"/>
          <p:cNvSpPr txBox="1"/>
          <p:nvPr>
            <p:ph idx="1" type="subTitle"/>
          </p:nvPr>
        </p:nvSpPr>
        <p:spPr>
          <a:xfrm>
            <a:off x="965400" y="1883751"/>
            <a:ext cx="7213200" cy="17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9pPr>
          </a:lstStyle>
          <a:p/>
        </p:txBody>
      </p:sp>
      <p:sp>
        <p:nvSpPr>
          <p:cNvPr id="197" name="Google Shape;197;p38"/>
          <p:cNvSpPr txBox="1"/>
          <p:nvPr>
            <p:ph type="title"/>
          </p:nvPr>
        </p:nvSpPr>
        <p:spPr>
          <a:xfrm>
            <a:off x="965400" y="1"/>
            <a:ext cx="7213200" cy="1754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Light"/>
              <a:buNone/>
              <a:defRPr sz="3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17 Divider or Quote">
  <p:cSld name="CUSTOM_1_1_1_1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9"/>
          <p:cNvSpPr/>
          <p:nvPr/>
        </p:nvSpPr>
        <p:spPr>
          <a:xfrm flipH="1" rot="10800000">
            <a:off x="0" y="3"/>
            <a:ext cx="9144000" cy="3657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0" name="Google Shape;200;p39" title="ASC_logo_symbol_blk.png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274320" y="4644530"/>
            <a:ext cx="301752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39"/>
          <p:cNvSpPr txBox="1"/>
          <p:nvPr/>
        </p:nvSpPr>
        <p:spPr>
          <a:xfrm>
            <a:off x="7469594" y="4802558"/>
            <a:ext cx="1362300" cy="1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0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© Ascension 2026. All rights reserved.</a:t>
            </a:r>
            <a:endParaRPr b="0" i="0" sz="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2" name="Google Shape;202;p39"/>
          <p:cNvCxnSpPr/>
          <p:nvPr/>
        </p:nvCxnSpPr>
        <p:spPr>
          <a:xfrm>
            <a:off x="293400" y="4486275"/>
            <a:ext cx="85572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03" name="Google Shape;203;p39"/>
          <p:cNvSpPr txBox="1"/>
          <p:nvPr>
            <p:ph idx="1" type="subTitle"/>
          </p:nvPr>
        </p:nvSpPr>
        <p:spPr>
          <a:xfrm>
            <a:off x="965400" y="1883751"/>
            <a:ext cx="7213200" cy="17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9pPr>
          </a:lstStyle>
          <a:p/>
        </p:txBody>
      </p:sp>
      <p:sp>
        <p:nvSpPr>
          <p:cNvPr id="204" name="Google Shape;204;p39"/>
          <p:cNvSpPr txBox="1"/>
          <p:nvPr>
            <p:ph type="title"/>
          </p:nvPr>
        </p:nvSpPr>
        <p:spPr>
          <a:xfrm>
            <a:off x="965400" y="1"/>
            <a:ext cx="7213200" cy="1754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Light"/>
              <a:buNone/>
              <a:defRPr sz="3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18 Divider or Quote">
  <p:cSld name="CUSTOM_1_1_3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0"/>
          <p:cNvSpPr/>
          <p:nvPr/>
        </p:nvSpPr>
        <p:spPr>
          <a:xfrm flipH="1" rot="10800000">
            <a:off x="0" y="-126"/>
            <a:ext cx="9144000" cy="3659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7" name="Google Shape;207;p40" title="ASC_logo_symbol_blk.png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274320" y="4644530"/>
            <a:ext cx="301752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40"/>
          <p:cNvSpPr txBox="1"/>
          <p:nvPr/>
        </p:nvSpPr>
        <p:spPr>
          <a:xfrm>
            <a:off x="7469594" y="4802558"/>
            <a:ext cx="1362300" cy="1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0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© Ascension 2026. All rights reserved.</a:t>
            </a:r>
            <a:endParaRPr b="0" i="0" sz="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9" name="Google Shape;209;p40"/>
          <p:cNvCxnSpPr/>
          <p:nvPr/>
        </p:nvCxnSpPr>
        <p:spPr>
          <a:xfrm>
            <a:off x="293400" y="4486275"/>
            <a:ext cx="85572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10" name="Google Shape;210;p40"/>
          <p:cNvSpPr txBox="1"/>
          <p:nvPr>
            <p:ph idx="1" type="subTitle"/>
          </p:nvPr>
        </p:nvSpPr>
        <p:spPr>
          <a:xfrm>
            <a:off x="965400" y="1883751"/>
            <a:ext cx="7213200" cy="17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1" name="Google Shape;211;p40"/>
          <p:cNvSpPr txBox="1"/>
          <p:nvPr>
            <p:ph type="title"/>
          </p:nvPr>
        </p:nvSpPr>
        <p:spPr>
          <a:xfrm>
            <a:off x="965400" y="1"/>
            <a:ext cx="7213200" cy="1754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19 Divider or Quote">
  <p:cSld name="CUSTOM_1_1_2_1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1"/>
          <p:cNvSpPr/>
          <p:nvPr/>
        </p:nvSpPr>
        <p:spPr>
          <a:xfrm flipH="1" rot="10800000">
            <a:off x="0" y="-126"/>
            <a:ext cx="9144000" cy="3659700"/>
          </a:xfrm>
          <a:prstGeom prst="rect">
            <a:avLst/>
          </a:prstGeom>
          <a:solidFill>
            <a:srgbClr val="1E69D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4" name="Google Shape;214;p41" title="ASC_logo_symbol_blk.png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274320" y="4644530"/>
            <a:ext cx="301752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41"/>
          <p:cNvSpPr txBox="1"/>
          <p:nvPr/>
        </p:nvSpPr>
        <p:spPr>
          <a:xfrm>
            <a:off x="7469594" y="4802558"/>
            <a:ext cx="1362300" cy="1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0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© Ascension 2026. All rights reserved.</a:t>
            </a:r>
            <a:endParaRPr b="0" i="0" sz="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6" name="Google Shape;216;p41"/>
          <p:cNvCxnSpPr/>
          <p:nvPr/>
        </p:nvCxnSpPr>
        <p:spPr>
          <a:xfrm>
            <a:off x="293400" y="4486275"/>
            <a:ext cx="85572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17" name="Google Shape;217;p41"/>
          <p:cNvSpPr txBox="1"/>
          <p:nvPr>
            <p:ph idx="1" type="subTitle"/>
          </p:nvPr>
        </p:nvSpPr>
        <p:spPr>
          <a:xfrm>
            <a:off x="965400" y="1883751"/>
            <a:ext cx="7213200" cy="17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8" name="Google Shape;218;p41"/>
          <p:cNvSpPr txBox="1"/>
          <p:nvPr>
            <p:ph type="title"/>
          </p:nvPr>
        </p:nvSpPr>
        <p:spPr>
          <a:xfrm>
            <a:off x="965400" y="1"/>
            <a:ext cx="7213200" cy="1754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20 Divider or Quote">
  <p:cSld name="CUSTOM_1_1_1_2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2"/>
          <p:cNvSpPr/>
          <p:nvPr/>
        </p:nvSpPr>
        <p:spPr>
          <a:xfrm flipH="1" rot="10800000">
            <a:off x="0" y="0"/>
            <a:ext cx="9144000" cy="3657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1" name="Google Shape;221;p42" title="ASC_logo_symbol_blk.png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274320" y="4644530"/>
            <a:ext cx="301752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42"/>
          <p:cNvSpPr txBox="1"/>
          <p:nvPr/>
        </p:nvSpPr>
        <p:spPr>
          <a:xfrm>
            <a:off x="7469594" y="4802558"/>
            <a:ext cx="1362300" cy="1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0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© Ascension 2026. All rights reserved.</a:t>
            </a:r>
            <a:endParaRPr b="0" i="0" sz="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23" name="Google Shape;223;p42"/>
          <p:cNvCxnSpPr/>
          <p:nvPr/>
        </p:nvCxnSpPr>
        <p:spPr>
          <a:xfrm>
            <a:off x="293400" y="4486275"/>
            <a:ext cx="85572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24" name="Google Shape;224;p42"/>
          <p:cNvSpPr txBox="1"/>
          <p:nvPr>
            <p:ph idx="1" type="subTitle"/>
          </p:nvPr>
        </p:nvSpPr>
        <p:spPr>
          <a:xfrm>
            <a:off x="965400" y="1883751"/>
            <a:ext cx="7213200" cy="17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5" name="Google Shape;225;p42"/>
          <p:cNvSpPr txBox="1"/>
          <p:nvPr>
            <p:ph type="title"/>
          </p:nvPr>
        </p:nvSpPr>
        <p:spPr>
          <a:xfrm>
            <a:off x="965400" y="1"/>
            <a:ext cx="7213200" cy="1754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21 Divider or Quote">
  <p:cSld name="CUSTOM_1_1_1_1_2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3"/>
          <p:cNvSpPr/>
          <p:nvPr/>
        </p:nvSpPr>
        <p:spPr>
          <a:xfrm flipH="1" rot="10800000">
            <a:off x="0" y="-126"/>
            <a:ext cx="9144000" cy="3659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8" name="Google Shape;228;p43" title="ASC_logo_symbol_blk.png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274320" y="4644530"/>
            <a:ext cx="301752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43"/>
          <p:cNvSpPr txBox="1"/>
          <p:nvPr/>
        </p:nvSpPr>
        <p:spPr>
          <a:xfrm>
            <a:off x="7469594" y="4802558"/>
            <a:ext cx="1362300" cy="1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0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© Ascension 2026. All rights reserved.</a:t>
            </a:r>
            <a:endParaRPr b="0" i="0" sz="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30" name="Google Shape;230;p43"/>
          <p:cNvCxnSpPr/>
          <p:nvPr/>
        </p:nvCxnSpPr>
        <p:spPr>
          <a:xfrm>
            <a:off x="293400" y="4486275"/>
            <a:ext cx="85572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31" name="Google Shape;231;p43"/>
          <p:cNvSpPr txBox="1"/>
          <p:nvPr>
            <p:ph type="title"/>
          </p:nvPr>
        </p:nvSpPr>
        <p:spPr>
          <a:xfrm>
            <a:off x="965400" y="1"/>
            <a:ext cx="7213200" cy="1754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2" name="Google Shape;232;p43"/>
          <p:cNvSpPr txBox="1"/>
          <p:nvPr>
            <p:ph idx="1" type="subTitle"/>
          </p:nvPr>
        </p:nvSpPr>
        <p:spPr>
          <a:xfrm>
            <a:off x="965400" y="1883751"/>
            <a:ext cx="7213200" cy="17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0 Content">
  <p:cSld name="CUSTOM_2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1a Content">
  <p:cSld name="CUSTOM_2_7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45" title="ASC_logo_symbol_blk.png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274320" y="4644530"/>
            <a:ext cx="301752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45"/>
          <p:cNvSpPr txBox="1"/>
          <p:nvPr/>
        </p:nvSpPr>
        <p:spPr>
          <a:xfrm>
            <a:off x="7466844" y="4813648"/>
            <a:ext cx="1362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© Ascension 2026. All rights reserved.</a:t>
            </a:r>
            <a:endParaRPr b="0" i="0" sz="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1b Content">
  <p:cSld name="CUSTOM_2_7_1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46" title="ASC_logo_symbol_blk.png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274320" y="4644530"/>
            <a:ext cx="301752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46"/>
          <p:cNvSpPr txBox="1"/>
          <p:nvPr/>
        </p:nvSpPr>
        <p:spPr>
          <a:xfrm>
            <a:off x="7466844" y="4813648"/>
            <a:ext cx="1362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© Ascension 2026. All rights reserved.</a:t>
            </a:r>
            <a:endParaRPr b="0" i="0" sz="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0" name="Google Shape;240;p46"/>
          <p:cNvCxnSpPr/>
          <p:nvPr/>
        </p:nvCxnSpPr>
        <p:spPr>
          <a:xfrm>
            <a:off x="293400" y="4486275"/>
            <a:ext cx="85572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2b Content">
  <p:cSld name="CUSTOM_2_6"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47" title="ASC_logo_symbol_blk.png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274320" y="4644530"/>
            <a:ext cx="301752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47"/>
          <p:cNvSpPr txBox="1"/>
          <p:nvPr/>
        </p:nvSpPr>
        <p:spPr>
          <a:xfrm>
            <a:off x="7466844" y="4813648"/>
            <a:ext cx="1362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© Ascension 2026. All rights reserved.</a:t>
            </a:r>
            <a:endParaRPr b="0" i="0" sz="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4" name="Google Shape;244;p47"/>
          <p:cNvSpPr txBox="1"/>
          <p:nvPr>
            <p:ph type="title"/>
          </p:nvPr>
        </p:nvSpPr>
        <p:spPr>
          <a:xfrm>
            <a:off x="274325" y="247400"/>
            <a:ext cx="85548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oboto Light"/>
              <a:buNone/>
              <a:defRPr sz="2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245" name="Google Shape;245;p47"/>
          <p:cNvCxnSpPr/>
          <p:nvPr/>
        </p:nvCxnSpPr>
        <p:spPr>
          <a:xfrm>
            <a:off x="293400" y="4486275"/>
            <a:ext cx="85572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3a Content">
  <p:cSld name="CUSTOM_2_6_1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48" title="ASC_logo_symbol_blk.png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274320" y="4644530"/>
            <a:ext cx="301752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48"/>
          <p:cNvSpPr txBox="1"/>
          <p:nvPr/>
        </p:nvSpPr>
        <p:spPr>
          <a:xfrm>
            <a:off x="7466844" y="4813648"/>
            <a:ext cx="1362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© Ascension 2026. All rights reserved.</a:t>
            </a:r>
            <a:endParaRPr b="0" i="0" sz="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9" name="Google Shape;249;p48"/>
          <p:cNvSpPr txBox="1"/>
          <p:nvPr>
            <p:ph idx="1" type="body"/>
          </p:nvPr>
        </p:nvSpPr>
        <p:spPr>
          <a:xfrm>
            <a:off x="274325" y="832900"/>
            <a:ext cx="8554800" cy="3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50" name="Google Shape;250;p48"/>
          <p:cNvSpPr txBox="1"/>
          <p:nvPr>
            <p:ph type="title"/>
          </p:nvPr>
        </p:nvSpPr>
        <p:spPr>
          <a:xfrm>
            <a:off x="274325" y="247400"/>
            <a:ext cx="85548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oboto Light"/>
              <a:buNone/>
              <a:defRPr sz="2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3b Content">
  <p:cSld name="CUSTOM_2_6_1_1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49" title="ASC_logo_symbol_blk.png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274320" y="4644530"/>
            <a:ext cx="301752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49"/>
          <p:cNvSpPr txBox="1"/>
          <p:nvPr/>
        </p:nvSpPr>
        <p:spPr>
          <a:xfrm>
            <a:off x="7466844" y="4813648"/>
            <a:ext cx="1362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© Ascension 2026. All rights reserved.</a:t>
            </a:r>
            <a:endParaRPr b="0" i="0" sz="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" name="Google Shape;254;p49"/>
          <p:cNvSpPr txBox="1"/>
          <p:nvPr>
            <p:ph idx="1" type="body"/>
          </p:nvPr>
        </p:nvSpPr>
        <p:spPr>
          <a:xfrm>
            <a:off x="274325" y="832900"/>
            <a:ext cx="8554800" cy="3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55" name="Google Shape;255;p49"/>
          <p:cNvSpPr txBox="1"/>
          <p:nvPr>
            <p:ph type="title"/>
          </p:nvPr>
        </p:nvSpPr>
        <p:spPr>
          <a:xfrm>
            <a:off x="274325" y="247400"/>
            <a:ext cx="85548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oboto Light"/>
              <a:buNone/>
              <a:defRPr sz="2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256" name="Google Shape;256;p49"/>
          <p:cNvCxnSpPr/>
          <p:nvPr/>
        </p:nvCxnSpPr>
        <p:spPr>
          <a:xfrm>
            <a:off x="293400" y="4486275"/>
            <a:ext cx="85572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4a Content">
  <p:cSld name="CUSTOM_2_3_1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50"/>
          <p:cNvSpPr txBox="1"/>
          <p:nvPr>
            <p:ph type="title"/>
          </p:nvPr>
        </p:nvSpPr>
        <p:spPr>
          <a:xfrm>
            <a:off x="274325" y="247400"/>
            <a:ext cx="85548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oboto Light"/>
              <a:buNone/>
              <a:defRPr sz="2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259" name="Google Shape;259;p50" title="ASC_logo_symbol_blk.png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274320" y="4644530"/>
            <a:ext cx="301752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50"/>
          <p:cNvSpPr txBox="1"/>
          <p:nvPr/>
        </p:nvSpPr>
        <p:spPr>
          <a:xfrm>
            <a:off x="7466844" y="4813648"/>
            <a:ext cx="1362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© Ascension 2026. All rights reserved.</a:t>
            </a:r>
            <a:endParaRPr b="0" i="0" sz="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1" name="Google Shape;261;p50"/>
          <p:cNvSpPr txBox="1"/>
          <p:nvPr>
            <p:ph idx="1" type="subTitle"/>
          </p:nvPr>
        </p:nvSpPr>
        <p:spPr>
          <a:xfrm>
            <a:off x="274325" y="631200"/>
            <a:ext cx="8554800" cy="1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262" name="Google Shape;262;p50"/>
          <p:cNvSpPr txBox="1"/>
          <p:nvPr>
            <p:ph idx="2" type="body"/>
          </p:nvPr>
        </p:nvSpPr>
        <p:spPr>
          <a:xfrm>
            <a:off x="274325" y="1172075"/>
            <a:ext cx="8554800" cy="3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4b Content">
  <p:cSld name="CUSTOM_2_3_1_2"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51"/>
          <p:cNvSpPr txBox="1"/>
          <p:nvPr>
            <p:ph type="title"/>
          </p:nvPr>
        </p:nvSpPr>
        <p:spPr>
          <a:xfrm>
            <a:off x="274325" y="247400"/>
            <a:ext cx="85548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oboto Light"/>
              <a:buNone/>
              <a:defRPr sz="2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265" name="Google Shape;265;p51" title="ASC_logo_symbol_blk.png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274320" y="4644530"/>
            <a:ext cx="301752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51"/>
          <p:cNvSpPr txBox="1"/>
          <p:nvPr/>
        </p:nvSpPr>
        <p:spPr>
          <a:xfrm>
            <a:off x="7466844" y="4813648"/>
            <a:ext cx="1362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© Ascension 2026. All rights reserved.</a:t>
            </a:r>
            <a:endParaRPr b="0" i="0" sz="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7" name="Google Shape;267;p51"/>
          <p:cNvSpPr txBox="1"/>
          <p:nvPr>
            <p:ph idx="1" type="subTitle"/>
          </p:nvPr>
        </p:nvSpPr>
        <p:spPr>
          <a:xfrm>
            <a:off x="274325" y="631200"/>
            <a:ext cx="8554800" cy="1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268" name="Google Shape;268;p51"/>
          <p:cNvSpPr txBox="1"/>
          <p:nvPr>
            <p:ph idx="2" type="body"/>
          </p:nvPr>
        </p:nvSpPr>
        <p:spPr>
          <a:xfrm>
            <a:off x="274325" y="1172075"/>
            <a:ext cx="8554800" cy="3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cxnSp>
        <p:nvCxnSpPr>
          <p:cNvPr id="269" name="Google Shape;269;p51"/>
          <p:cNvCxnSpPr/>
          <p:nvPr/>
        </p:nvCxnSpPr>
        <p:spPr>
          <a:xfrm>
            <a:off x="293400" y="4486275"/>
            <a:ext cx="85572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5a Content">
  <p:cSld name="CUSTOM_2_3_1_1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52" title="ASC_logo_symbol_blk.png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274320" y="4644530"/>
            <a:ext cx="301752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52"/>
          <p:cNvSpPr txBox="1"/>
          <p:nvPr>
            <p:ph idx="1" type="body"/>
          </p:nvPr>
        </p:nvSpPr>
        <p:spPr>
          <a:xfrm>
            <a:off x="274325" y="1009650"/>
            <a:ext cx="8514300" cy="3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73" name="Google Shape;273;p52"/>
          <p:cNvSpPr txBox="1"/>
          <p:nvPr>
            <p:ph type="title"/>
          </p:nvPr>
        </p:nvSpPr>
        <p:spPr>
          <a:xfrm>
            <a:off x="274325" y="514350"/>
            <a:ext cx="85143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4" name="Google Shape;274;p52"/>
          <p:cNvSpPr txBox="1"/>
          <p:nvPr>
            <p:ph idx="2" type="subTitle"/>
          </p:nvPr>
        </p:nvSpPr>
        <p:spPr>
          <a:xfrm>
            <a:off x="274325" y="218775"/>
            <a:ext cx="8514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275" name="Google Shape;275;p52"/>
          <p:cNvSpPr txBox="1"/>
          <p:nvPr/>
        </p:nvSpPr>
        <p:spPr>
          <a:xfrm>
            <a:off x="7466844" y="4813648"/>
            <a:ext cx="1362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© Ascension 2026. All rights reserved.</a:t>
            </a:r>
            <a:endParaRPr b="0" i="0" sz="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5b Content">
  <p:cSld name="CUSTOM_2_4_1_1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Google Shape;277;p53" title="ASC_logo_symbol_blk.png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274320" y="4644530"/>
            <a:ext cx="301752" cy="26151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8" name="Google Shape;278;p53"/>
          <p:cNvCxnSpPr/>
          <p:nvPr/>
        </p:nvCxnSpPr>
        <p:spPr>
          <a:xfrm>
            <a:off x="293400" y="4486275"/>
            <a:ext cx="85572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79" name="Google Shape;279;p53"/>
          <p:cNvSpPr txBox="1"/>
          <p:nvPr>
            <p:ph idx="1" type="body"/>
          </p:nvPr>
        </p:nvSpPr>
        <p:spPr>
          <a:xfrm>
            <a:off x="274325" y="1009650"/>
            <a:ext cx="8514300" cy="3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80" name="Google Shape;280;p53"/>
          <p:cNvSpPr txBox="1"/>
          <p:nvPr>
            <p:ph type="title"/>
          </p:nvPr>
        </p:nvSpPr>
        <p:spPr>
          <a:xfrm>
            <a:off x="274325" y="514350"/>
            <a:ext cx="85143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1" name="Google Shape;281;p53"/>
          <p:cNvSpPr txBox="1"/>
          <p:nvPr>
            <p:ph idx="2" type="subTitle"/>
          </p:nvPr>
        </p:nvSpPr>
        <p:spPr>
          <a:xfrm>
            <a:off x="274325" y="218775"/>
            <a:ext cx="8514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282" name="Google Shape;282;p53"/>
          <p:cNvSpPr txBox="1"/>
          <p:nvPr/>
        </p:nvSpPr>
        <p:spPr>
          <a:xfrm>
            <a:off x="7466844" y="4813648"/>
            <a:ext cx="1362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© Ascension 2026. All rights reserved.</a:t>
            </a:r>
            <a:endParaRPr b="0" i="0" sz="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pos="216">
          <p15:clr>
            <a:srgbClr val="E46962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6a Content">
  <p:cSld name="CUSTOM_17"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4" name="Google Shape;284;p54"/>
          <p:cNvCxnSpPr/>
          <p:nvPr/>
        </p:nvCxnSpPr>
        <p:spPr>
          <a:xfrm>
            <a:off x="4563675" y="802900"/>
            <a:ext cx="0" cy="32580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85" name="Google Shape;285;p54" title="ASC_logo_symbol_blk.png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274320" y="4644530"/>
            <a:ext cx="301752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54"/>
          <p:cNvSpPr txBox="1"/>
          <p:nvPr>
            <p:ph idx="1" type="body"/>
          </p:nvPr>
        </p:nvSpPr>
        <p:spPr>
          <a:xfrm>
            <a:off x="274325" y="832900"/>
            <a:ext cx="3926400" cy="3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87" name="Google Shape;287;p54"/>
          <p:cNvSpPr txBox="1"/>
          <p:nvPr>
            <p:ph type="title"/>
          </p:nvPr>
        </p:nvSpPr>
        <p:spPr>
          <a:xfrm>
            <a:off x="274325" y="247400"/>
            <a:ext cx="85548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oboto Light"/>
              <a:buNone/>
              <a:defRPr sz="2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8" name="Google Shape;288;p54"/>
          <p:cNvSpPr txBox="1"/>
          <p:nvPr>
            <p:ph idx="2" type="body"/>
          </p:nvPr>
        </p:nvSpPr>
        <p:spPr>
          <a:xfrm>
            <a:off x="4926625" y="832900"/>
            <a:ext cx="3926400" cy="3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89" name="Google Shape;289;p54"/>
          <p:cNvSpPr txBox="1"/>
          <p:nvPr/>
        </p:nvSpPr>
        <p:spPr>
          <a:xfrm>
            <a:off x="7466844" y="4813648"/>
            <a:ext cx="1362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© Ascension 2026. All rights reserved.</a:t>
            </a:r>
            <a:endParaRPr b="0" i="0" sz="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6b Content">
  <p:cSld name="CUSTOM_17_1"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1" name="Google Shape;291;p55"/>
          <p:cNvCxnSpPr/>
          <p:nvPr/>
        </p:nvCxnSpPr>
        <p:spPr>
          <a:xfrm>
            <a:off x="4563675" y="802900"/>
            <a:ext cx="0" cy="32580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92" name="Google Shape;292;p55" title="ASC_logo_symbol_blk.png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274320" y="4644530"/>
            <a:ext cx="301752" cy="26151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3" name="Google Shape;293;p55"/>
          <p:cNvCxnSpPr/>
          <p:nvPr/>
        </p:nvCxnSpPr>
        <p:spPr>
          <a:xfrm>
            <a:off x="293400" y="4486275"/>
            <a:ext cx="85572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94" name="Google Shape;294;p55"/>
          <p:cNvSpPr txBox="1"/>
          <p:nvPr>
            <p:ph idx="1" type="body"/>
          </p:nvPr>
        </p:nvSpPr>
        <p:spPr>
          <a:xfrm>
            <a:off x="274325" y="832900"/>
            <a:ext cx="3926400" cy="3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95" name="Google Shape;295;p55"/>
          <p:cNvSpPr txBox="1"/>
          <p:nvPr>
            <p:ph type="title"/>
          </p:nvPr>
        </p:nvSpPr>
        <p:spPr>
          <a:xfrm>
            <a:off x="274325" y="247400"/>
            <a:ext cx="85548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oboto Light"/>
              <a:buNone/>
              <a:defRPr sz="2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6" name="Google Shape;296;p55"/>
          <p:cNvSpPr txBox="1"/>
          <p:nvPr>
            <p:ph idx="2" type="body"/>
          </p:nvPr>
        </p:nvSpPr>
        <p:spPr>
          <a:xfrm>
            <a:off x="4926625" y="832900"/>
            <a:ext cx="3926400" cy="3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97" name="Google Shape;297;p55"/>
          <p:cNvSpPr txBox="1"/>
          <p:nvPr/>
        </p:nvSpPr>
        <p:spPr>
          <a:xfrm>
            <a:off x="7466844" y="4813648"/>
            <a:ext cx="1362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© Ascension 2026. All rights reserved.</a:t>
            </a:r>
            <a:endParaRPr b="0" i="0" sz="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7a Content">
  <p:cSld name="CUSTOM_17_1_1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Google Shape;299;p56" title="ASC_logo_symbol_blk.png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274320" y="4644530"/>
            <a:ext cx="301752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56"/>
          <p:cNvSpPr txBox="1"/>
          <p:nvPr>
            <p:ph type="title"/>
          </p:nvPr>
        </p:nvSpPr>
        <p:spPr>
          <a:xfrm>
            <a:off x="274325" y="247400"/>
            <a:ext cx="85548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oboto Light"/>
              <a:buNone/>
              <a:defRPr sz="2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1" name="Google Shape;301;p56"/>
          <p:cNvSpPr/>
          <p:nvPr>
            <p:ph idx="2" type="pic"/>
          </p:nvPr>
        </p:nvSpPr>
        <p:spPr>
          <a:xfrm>
            <a:off x="294600" y="775201"/>
            <a:ext cx="8554800" cy="3711000"/>
          </a:xfrm>
          <a:prstGeom prst="rect">
            <a:avLst/>
          </a:prstGeom>
          <a:noFill/>
          <a:ln>
            <a:noFill/>
          </a:ln>
        </p:spPr>
      </p:sp>
      <p:sp>
        <p:nvSpPr>
          <p:cNvPr id="302" name="Google Shape;302;p56"/>
          <p:cNvSpPr txBox="1"/>
          <p:nvPr/>
        </p:nvSpPr>
        <p:spPr>
          <a:xfrm>
            <a:off x="7466844" y="4813648"/>
            <a:ext cx="1362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© Ascension 2026. All rights reserved.</a:t>
            </a:r>
            <a:endParaRPr b="0" i="0" sz="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7b Content">
  <p:cSld name="CUSTOM_17_1_1_1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p57" title="ASC_logo_symbol_blk.png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274320" y="4644530"/>
            <a:ext cx="301752" cy="26151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5" name="Google Shape;305;p57"/>
          <p:cNvCxnSpPr/>
          <p:nvPr/>
        </p:nvCxnSpPr>
        <p:spPr>
          <a:xfrm>
            <a:off x="293400" y="4486275"/>
            <a:ext cx="85572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06" name="Google Shape;306;p57"/>
          <p:cNvSpPr txBox="1"/>
          <p:nvPr>
            <p:ph type="title"/>
          </p:nvPr>
        </p:nvSpPr>
        <p:spPr>
          <a:xfrm>
            <a:off x="274325" y="247400"/>
            <a:ext cx="85548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oboto Light"/>
              <a:buNone/>
              <a:defRPr sz="2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7" name="Google Shape;307;p57"/>
          <p:cNvSpPr/>
          <p:nvPr>
            <p:ph idx="2" type="pic"/>
          </p:nvPr>
        </p:nvSpPr>
        <p:spPr>
          <a:xfrm>
            <a:off x="294600" y="775200"/>
            <a:ext cx="8554800" cy="3383700"/>
          </a:xfrm>
          <a:prstGeom prst="rect">
            <a:avLst/>
          </a:prstGeom>
          <a:noFill/>
          <a:ln>
            <a:noFill/>
          </a:ln>
        </p:spPr>
      </p:sp>
      <p:sp>
        <p:nvSpPr>
          <p:cNvPr id="308" name="Google Shape;308;p57"/>
          <p:cNvSpPr txBox="1"/>
          <p:nvPr/>
        </p:nvSpPr>
        <p:spPr>
          <a:xfrm>
            <a:off x="7466844" y="4813648"/>
            <a:ext cx="1362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© Ascension 2026. All rights reserved.</a:t>
            </a:r>
            <a:endParaRPr b="0" i="0" sz="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8a Content">
  <p:cSld name="CUSTOM_17_1_1_2"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58" title="ASC_logo_symbol_blk.png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274320" y="4644530"/>
            <a:ext cx="301752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58"/>
          <p:cNvSpPr/>
          <p:nvPr>
            <p:ph idx="2" type="pic"/>
          </p:nvPr>
        </p:nvSpPr>
        <p:spPr>
          <a:xfrm>
            <a:off x="294600" y="1022788"/>
            <a:ext cx="8554800" cy="3463500"/>
          </a:xfrm>
          <a:prstGeom prst="rect">
            <a:avLst/>
          </a:prstGeom>
          <a:noFill/>
          <a:ln>
            <a:noFill/>
          </a:ln>
        </p:spPr>
      </p:sp>
      <p:sp>
        <p:nvSpPr>
          <p:cNvPr id="312" name="Google Shape;312;p58"/>
          <p:cNvSpPr txBox="1"/>
          <p:nvPr>
            <p:ph type="title"/>
          </p:nvPr>
        </p:nvSpPr>
        <p:spPr>
          <a:xfrm>
            <a:off x="342900" y="514350"/>
            <a:ext cx="85143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3" name="Google Shape;313;p58"/>
          <p:cNvSpPr txBox="1"/>
          <p:nvPr>
            <p:ph idx="1" type="subTitle"/>
          </p:nvPr>
        </p:nvSpPr>
        <p:spPr>
          <a:xfrm>
            <a:off x="342900" y="218775"/>
            <a:ext cx="8514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314" name="Google Shape;314;p58"/>
          <p:cNvSpPr txBox="1"/>
          <p:nvPr/>
        </p:nvSpPr>
        <p:spPr>
          <a:xfrm>
            <a:off x="7466844" y="4813648"/>
            <a:ext cx="1362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© Ascension 2026. All rights reserved.</a:t>
            </a:r>
            <a:endParaRPr b="0" i="0" sz="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8b Content">
  <p:cSld name="CUSTOM_17_1_1_2_1"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59" title="ASC_logo_symbol_blk.png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274320" y="4644530"/>
            <a:ext cx="301752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59"/>
          <p:cNvSpPr txBox="1"/>
          <p:nvPr>
            <p:ph type="title"/>
          </p:nvPr>
        </p:nvSpPr>
        <p:spPr>
          <a:xfrm>
            <a:off x="342900" y="514350"/>
            <a:ext cx="85143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8" name="Google Shape;318;p59"/>
          <p:cNvSpPr txBox="1"/>
          <p:nvPr>
            <p:ph idx="1" type="subTitle"/>
          </p:nvPr>
        </p:nvSpPr>
        <p:spPr>
          <a:xfrm>
            <a:off x="342900" y="218775"/>
            <a:ext cx="8514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cxnSp>
        <p:nvCxnSpPr>
          <p:cNvPr id="319" name="Google Shape;319;p59"/>
          <p:cNvCxnSpPr/>
          <p:nvPr/>
        </p:nvCxnSpPr>
        <p:spPr>
          <a:xfrm>
            <a:off x="293400" y="4486275"/>
            <a:ext cx="85572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20" name="Google Shape;320;p59"/>
          <p:cNvCxnSpPr/>
          <p:nvPr/>
        </p:nvCxnSpPr>
        <p:spPr>
          <a:xfrm>
            <a:off x="293400" y="4486275"/>
            <a:ext cx="85572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21" name="Google Shape;321;p59"/>
          <p:cNvSpPr/>
          <p:nvPr>
            <p:ph idx="2" type="pic"/>
          </p:nvPr>
        </p:nvSpPr>
        <p:spPr>
          <a:xfrm>
            <a:off x="294600" y="1022800"/>
            <a:ext cx="8554800" cy="3136200"/>
          </a:xfrm>
          <a:prstGeom prst="rect">
            <a:avLst/>
          </a:prstGeom>
          <a:noFill/>
          <a:ln>
            <a:noFill/>
          </a:ln>
        </p:spPr>
      </p:sp>
      <p:sp>
        <p:nvSpPr>
          <p:cNvPr id="322" name="Google Shape;322;p59"/>
          <p:cNvSpPr txBox="1"/>
          <p:nvPr/>
        </p:nvSpPr>
        <p:spPr>
          <a:xfrm>
            <a:off x="7466844" y="4813648"/>
            <a:ext cx="1362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© Ascension 2026. All rights reserved.</a:t>
            </a:r>
            <a:endParaRPr b="0" i="0" sz="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9a Content">
  <p:cSld name="CUSTOM_21"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60"/>
          <p:cNvSpPr/>
          <p:nvPr>
            <p:ph idx="2" type="pic"/>
          </p:nvPr>
        </p:nvSpPr>
        <p:spPr>
          <a:xfrm>
            <a:off x="342900" y="1290657"/>
            <a:ext cx="2284500" cy="2284500"/>
          </a:xfrm>
          <a:prstGeom prst="ellipse">
            <a:avLst/>
          </a:prstGeom>
          <a:noFill/>
          <a:ln>
            <a:noFill/>
          </a:ln>
        </p:spPr>
      </p:sp>
      <p:pic>
        <p:nvPicPr>
          <p:cNvPr id="325" name="Google Shape;325;p60" title="ASC_logo_symbol_blk.png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274320" y="4644530"/>
            <a:ext cx="301752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60"/>
          <p:cNvSpPr txBox="1"/>
          <p:nvPr>
            <p:ph type="title"/>
          </p:nvPr>
        </p:nvSpPr>
        <p:spPr>
          <a:xfrm>
            <a:off x="274325" y="247400"/>
            <a:ext cx="85548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oboto Light"/>
              <a:buNone/>
              <a:defRPr sz="2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7" name="Google Shape;327;p60"/>
          <p:cNvSpPr txBox="1"/>
          <p:nvPr>
            <p:ph idx="3" type="title"/>
          </p:nvPr>
        </p:nvSpPr>
        <p:spPr>
          <a:xfrm>
            <a:off x="2906125" y="2138627"/>
            <a:ext cx="5804400" cy="3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Roboto"/>
              <a:buNone/>
              <a:defRPr b="1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8" name="Google Shape;328;p60"/>
          <p:cNvSpPr txBox="1"/>
          <p:nvPr>
            <p:ph idx="4" type="title"/>
          </p:nvPr>
        </p:nvSpPr>
        <p:spPr>
          <a:xfrm>
            <a:off x="2906125" y="2488422"/>
            <a:ext cx="58044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9" name="Google Shape;329;p60"/>
          <p:cNvSpPr txBox="1"/>
          <p:nvPr/>
        </p:nvSpPr>
        <p:spPr>
          <a:xfrm>
            <a:off x="7466844" y="4813648"/>
            <a:ext cx="1362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© Ascension 2026. All rights reserved.</a:t>
            </a:r>
            <a:endParaRPr b="0" i="0" sz="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9b Content">
  <p:cSld name="CUSTOM_21_1"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61"/>
          <p:cNvSpPr/>
          <p:nvPr>
            <p:ph idx="2" type="pic"/>
          </p:nvPr>
        </p:nvSpPr>
        <p:spPr>
          <a:xfrm>
            <a:off x="342900" y="1290657"/>
            <a:ext cx="2284500" cy="2284500"/>
          </a:xfrm>
          <a:prstGeom prst="ellipse">
            <a:avLst/>
          </a:prstGeom>
          <a:noFill/>
          <a:ln>
            <a:noFill/>
          </a:ln>
        </p:spPr>
      </p:sp>
      <p:pic>
        <p:nvPicPr>
          <p:cNvPr id="332" name="Google Shape;332;p61" title="ASC_logo_symbol_blk.png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274320" y="4644530"/>
            <a:ext cx="301752" cy="26151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3" name="Google Shape;333;p61"/>
          <p:cNvCxnSpPr/>
          <p:nvPr/>
        </p:nvCxnSpPr>
        <p:spPr>
          <a:xfrm>
            <a:off x="293400" y="4486275"/>
            <a:ext cx="85572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34" name="Google Shape;334;p61"/>
          <p:cNvSpPr txBox="1"/>
          <p:nvPr>
            <p:ph type="title"/>
          </p:nvPr>
        </p:nvSpPr>
        <p:spPr>
          <a:xfrm>
            <a:off x="274325" y="247400"/>
            <a:ext cx="85548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oboto Light"/>
              <a:buNone/>
              <a:defRPr sz="2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5" name="Google Shape;335;p61"/>
          <p:cNvSpPr txBox="1"/>
          <p:nvPr>
            <p:ph idx="3" type="title"/>
          </p:nvPr>
        </p:nvSpPr>
        <p:spPr>
          <a:xfrm>
            <a:off x="2906125" y="2138627"/>
            <a:ext cx="5804400" cy="3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Roboto"/>
              <a:buNone/>
              <a:defRPr b="1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6" name="Google Shape;336;p61"/>
          <p:cNvSpPr txBox="1"/>
          <p:nvPr>
            <p:ph idx="4" type="title"/>
          </p:nvPr>
        </p:nvSpPr>
        <p:spPr>
          <a:xfrm>
            <a:off x="2906125" y="2488422"/>
            <a:ext cx="58044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7" name="Google Shape;337;p61"/>
          <p:cNvSpPr txBox="1"/>
          <p:nvPr/>
        </p:nvSpPr>
        <p:spPr>
          <a:xfrm>
            <a:off x="7466844" y="4813648"/>
            <a:ext cx="1362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© Ascension 2026. All rights reserved.</a:t>
            </a:r>
            <a:endParaRPr b="0" i="0" sz="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10 Content">
  <p:cSld name="CUSTOM_2_1_1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62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0" name="Google Shape;340;p62" title="ASC_logo_symbol_blk.png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274320" y="4644530"/>
            <a:ext cx="301752" cy="26151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1" name="Google Shape;341;p62"/>
          <p:cNvCxnSpPr/>
          <p:nvPr/>
        </p:nvCxnSpPr>
        <p:spPr>
          <a:xfrm>
            <a:off x="293400" y="4486275"/>
            <a:ext cx="3993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42" name="Google Shape;342;p62"/>
          <p:cNvSpPr txBox="1"/>
          <p:nvPr>
            <p:ph idx="1" type="body"/>
          </p:nvPr>
        </p:nvSpPr>
        <p:spPr>
          <a:xfrm>
            <a:off x="274325" y="832900"/>
            <a:ext cx="4012200" cy="3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3" name="Google Shape;343;p62"/>
          <p:cNvSpPr txBox="1"/>
          <p:nvPr>
            <p:ph type="title"/>
          </p:nvPr>
        </p:nvSpPr>
        <p:spPr>
          <a:xfrm>
            <a:off x="274325" y="247400"/>
            <a:ext cx="40122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oboto Light"/>
              <a:buNone/>
              <a:defRPr sz="2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4" name="Google Shape;344;p62"/>
          <p:cNvSpPr txBox="1"/>
          <p:nvPr/>
        </p:nvSpPr>
        <p:spPr>
          <a:xfrm>
            <a:off x="7466844" y="4813648"/>
            <a:ext cx="1362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© Ascension 2026. All rights reserved.</a:t>
            </a:r>
            <a:endParaRPr b="0" i="0" sz="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11 Content">
  <p:cSld name="CUSTOM_2_1_1_1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63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7" name="Google Shape;347;p63" title="ASC_logo_symbol_blk.png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274320" y="4644530"/>
            <a:ext cx="301752" cy="26151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8" name="Google Shape;348;p63"/>
          <p:cNvCxnSpPr/>
          <p:nvPr/>
        </p:nvCxnSpPr>
        <p:spPr>
          <a:xfrm>
            <a:off x="293400" y="4486275"/>
            <a:ext cx="3993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49" name="Google Shape;349;p63"/>
          <p:cNvSpPr txBox="1"/>
          <p:nvPr>
            <p:ph idx="1" type="body"/>
          </p:nvPr>
        </p:nvSpPr>
        <p:spPr>
          <a:xfrm>
            <a:off x="274325" y="832900"/>
            <a:ext cx="4012200" cy="3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50" name="Google Shape;350;p63"/>
          <p:cNvSpPr txBox="1"/>
          <p:nvPr>
            <p:ph type="title"/>
          </p:nvPr>
        </p:nvSpPr>
        <p:spPr>
          <a:xfrm>
            <a:off x="274325" y="247400"/>
            <a:ext cx="40122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oboto Light"/>
              <a:buNone/>
              <a:defRPr sz="2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1" name="Google Shape;351;p63"/>
          <p:cNvSpPr txBox="1"/>
          <p:nvPr/>
        </p:nvSpPr>
        <p:spPr>
          <a:xfrm>
            <a:off x="7466844" y="4813648"/>
            <a:ext cx="1362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© Ascension 2026. All rights reserved.</a:t>
            </a:r>
            <a:endParaRPr b="0" i="0" sz="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12 Content">
  <p:cSld name="CUSTOM_2_1_1_1_1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64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4" name="Google Shape;354;p64" title="ASC_logo_symbol_blk.png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274320" y="4644530"/>
            <a:ext cx="301752" cy="26151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55" name="Google Shape;355;p64"/>
          <p:cNvCxnSpPr/>
          <p:nvPr/>
        </p:nvCxnSpPr>
        <p:spPr>
          <a:xfrm>
            <a:off x="293400" y="4486275"/>
            <a:ext cx="3993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56" name="Google Shape;356;p64"/>
          <p:cNvSpPr txBox="1"/>
          <p:nvPr>
            <p:ph idx="1" type="body"/>
          </p:nvPr>
        </p:nvSpPr>
        <p:spPr>
          <a:xfrm>
            <a:off x="274325" y="832900"/>
            <a:ext cx="4012200" cy="3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57" name="Google Shape;357;p64"/>
          <p:cNvSpPr txBox="1"/>
          <p:nvPr>
            <p:ph type="title"/>
          </p:nvPr>
        </p:nvSpPr>
        <p:spPr>
          <a:xfrm>
            <a:off x="274325" y="247400"/>
            <a:ext cx="40122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oboto Light"/>
              <a:buNone/>
              <a:defRPr sz="2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8" name="Google Shape;358;p64"/>
          <p:cNvSpPr txBox="1"/>
          <p:nvPr/>
        </p:nvSpPr>
        <p:spPr>
          <a:xfrm>
            <a:off x="7466844" y="4813648"/>
            <a:ext cx="1362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© Ascension 2026. All rights reserved.</a:t>
            </a:r>
            <a:endParaRPr b="0" i="0" sz="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13 Content">
  <p:cSld name="CUSTOM_2_1_1_1_1_1"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65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1" name="Google Shape;361;p65" title="ASC_logo_symbol_blk.png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274320" y="4644530"/>
            <a:ext cx="301752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65"/>
          <p:cNvSpPr txBox="1"/>
          <p:nvPr/>
        </p:nvSpPr>
        <p:spPr>
          <a:xfrm>
            <a:off x="7466844" y="4813648"/>
            <a:ext cx="1362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© Ascension 2026. All rights reserved.</a:t>
            </a:r>
            <a:endParaRPr b="0" i="0" sz="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63" name="Google Shape;363;p65"/>
          <p:cNvCxnSpPr/>
          <p:nvPr/>
        </p:nvCxnSpPr>
        <p:spPr>
          <a:xfrm>
            <a:off x="293400" y="4486275"/>
            <a:ext cx="3993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64" name="Google Shape;364;p65"/>
          <p:cNvSpPr txBox="1"/>
          <p:nvPr>
            <p:ph idx="1" type="body"/>
          </p:nvPr>
        </p:nvSpPr>
        <p:spPr>
          <a:xfrm>
            <a:off x="274325" y="832900"/>
            <a:ext cx="4012200" cy="3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65" name="Google Shape;365;p65"/>
          <p:cNvSpPr txBox="1"/>
          <p:nvPr>
            <p:ph type="title"/>
          </p:nvPr>
        </p:nvSpPr>
        <p:spPr>
          <a:xfrm>
            <a:off x="274325" y="247400"/>
            <a:ext cx="40122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oboto Light"/>
              <a:buNone/>
              <a:defRPr sz="2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14 Content">
  <p:cSld name="CUSTOM_2_1_1_1_1_1_2"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66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1E69D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8" name="Google Shape;368;p66" title="ASC_logo_symbol_blk.png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274320" y="4644530"/>
            <a:ext cx="301752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66"/>
          <p:cNvSpPr txBox="1"/>
          <p:nvPr/>
        </p:nvSpPr>
        <p:spPr>
          <a:xfrm>
            <a:off x="7466844" y="4813648"/>
            <a:ext cx="1362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© Ascension 2026. All rights reserved.</a:t>
            </a:r>
            <a:endParaRPr b="0" i="0" sz="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0" name="Google Shape;370;p66"/>
          <p:cNvCxnSpPr/>
          <p:nvPr/>
        </p:nvCxnSpPr>
        <p:spPr>
          <a:xfrm>
            <a:off x="293400" y="4486275"/>
            <a:ext cx="3993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71" name="Google Shape;371;p66"/>
          <p:cNvSpPr txBox="1"/>
          <p:nvPr>
            <p:ph idx="1" type="body"/>
          </p:nvPr>
        </p:nvSpPr>
        <p:spPr>
          <a:xfrm>
            <a:off x="274325" y="832900"/>
            <a:ext cx="4012200" cy="3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72" name="Google Shape;372;p66"/>
          <p:cNvSpPr txBox="1"/>
          <p:nvPr>
            <p:ph type="title"/>
          </p:nvPr>
        </p:nvSpPr>
        <p:spPr>
          <a:xfrm>
            <a:off x="274325" y="247400"/>
            <a:ext cx="40122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oboto Light"/>
              <a:buNone/>
              <a:defRPr sz="2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15 Content">
  <p:cSld name="CUSTOM_2_1_1_1_1_1_2_1"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67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5" name="Google Shape;375;p67" title="ASC_logo_symbol_blk.png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274320" y="4644530"/>
            <a:ext cx="301752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67"/>
          <p:cNvSpPr txBox="1"/>
          <p:nvPr/>
        </p:nvSpPr>
        <p:spPr>
          <a:xfrm>
            <a:off x="7466844" y="4813648"/>
            <a:ext cx="1362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© Ascension 2026. All rights reserved.</a:t>
            </a:r>
            <a:endParaRPr b="0" i="0" sz="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7" name="Google Shape;377;p67"/>
          <p:cNvCxnSpPr/>
          <p:nvPr/>
        </p:nvCxnSpPr>
        <p:spPr>
          <a:xfrm>
            <a:off x="293400" y="4486275"/>
            <a:ext cx="3993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78" name="Google Shape;378;p67"/>
          <p:cNvSpPr txBox="1"/>
          <p:nvPr>
            <p:ph idx="1" type="body"/>
          </p:nvPr>
        </p:nvSpPr>
        <p:spPr>
          <a:xfrm>
            <a:off x="274325" y="832900"/>
            <a:ext cx="4012200" cy="3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79" name="Google Shape;379;p67"/>
          <p:cNvSpPr txBox="1"/>
          <p:nvPr>
            <p:ph type="title"/>
          </p:nvPr>
        </p:nvSpPr>
        <p:spPr>
          <a:xfrm>
            <a:off x="274325" y="247400"/>
            <a:ext cx="40122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oboto Light"/>
              <a:buNone/>
              <a:defRPr sz="2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16 Content">
  <p:cSld name="CUSTOM_2_1_1_1_1_1_2_1_1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68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2" name="Google Shape;382;p68" title="ASC_logo_symbol_blk.png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274320" y="4644530"/>
            <a:ext cx="301752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68"/>
          <p:cNvSpPr txBox="1"/>
          <p:nvPr/>
        </p:nvSpPr>
        <p:spPr>
          <a:xfrm>
            <a:off x="7466844" y="4813648"/>
            <a:ext cx="1362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© Ascension 2026. All rights reserved.</a:t>
            </a:r>
            <a:endParaRPr b="0" i="0" sz="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84" name="Google Shape;384;p68"/>
          <p:cNvCxnSpPr/>
          <p:nvPr/>
        </p:nvCxnSpPr>
        <p:spPr>
          <a:xfrm>
            <a:off x="293400" y="4486275"/>
            <a:ext cx="3993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85" name="Google Shape;385;p68"/>
          <p:cNvSpPr txBox="1"/>
          <p:nvPr>
            <p:ph idx="1" type="body"/>
          </p:nvPr>
        </p:nvSpPr>
        <p:spPr>
          <a:xfrm>
            <a:off x="274325" y="832900"/>
            <a:ext cx="4012200" cy="3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86" name="Google Shape;386;p68"/>
          <p:cNvSpPr txBox="1"/>
          <p:nvPr>
            <p:ph type="title"/>
          </p:nvPr>
        </p:nvSpPr>
        <p:spPr>
          <a:xfrm>
            <a:off x="274325" y="247400"/>
            <a:ext cx="40122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oboto Light"/>
              <a:buNone/>
              <a:defRPr sz="2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17 Content">
  <p:cSld name="CUSTOM_2_1_1_1_1_1_1_1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69"/>
          <p:cNvSpPr/>
          <p:nvPr>
            <p:ph idx="2" type="pic"/>
          </p:nvPr>
        </p:nvSpPr>
        <p:spPr>
          <a:xfrm>
            <a:off x="4568700" y="0"/>
            <a:ext cx="4575300" cy="5143500"/>
          </a:xfrm>
          <a:prstGeom prst="rect">
            <a:avLst/>
          </a:prstGeom>
          <a:noFill/>
          <a:ln>
            <a:noFill/>
          </a:ln>
        </p:spPr>
      </p:sp>
      <p:pic>
        <p:nvPicPr>
          <p:cNvPr id="389" name="Google Shape;389;p69" title="ASC_logo_symbol_blk.png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274320" y="4644530"/>
            <a:ext cx="301752" cy="26151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0" name="Google Shape;390;p69"/>
          <p:cNvCxnSpPr/>
          <p:nvPr/>
        </p:nvCxnSpPr>
        <p:spPr>
          <a:xfrm>
            <a:off x="293400" y="4486275"/>
            <a:ext cx="3993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91" name="Google Shape;391;p69"/>
          <p:cNvSpPr txBox="1"/>
          <p:nvPr/>
        </p:nvSpPr>
        <p:spPr>
          <a:xfrm>
            <a:off x="7469594" y="4802558"/>
            <a:ext cx="1362300" cy="1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0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© Ascension 2025. All rights reserved.</a:t>
            </a:r>
            <a:endParaRPr b="0" i="0" sz="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2" name="Google Shape;392;p69"/>
          <p:cNvSpPr txBox="1"/>
          <p:nvPr>
            <p:ph idx="1" type="body"/>
          </p:nvPr>
        </p:nvSpPr>
        <p:spPr>
          <a:xfrm>
            <a:off x="274325" y="832900"/>
            <a:ext cx="4012200" cy="3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93" name="Google Shape;393;p69"/>
          <p:cNvSpPr txBox="1"/>
          <p:nvPr>
            <p:ph type="title"/>
          </p:nvPr>
        </p:nvSpPr>
        <p:spPr>
          <a:xfrm>
            <a:off x="274325" y="247400"/>
            <a:ext cx="40122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oboto Light"/>
              <a:buNone/>
              <a:defRPr sz="2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18 Content">
  <p:cSld name="CUSTOM_23"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70"/>
          <p:cNvSpPr/>
          <p:nvPr>
            <p:ph idx="2" type="pic"/>
          </p:nvPr>
        </p:nvSpPr>
        <p:spPr>
          <a:xfrm>
            <a:off x="516500" y="776000"/>
            <a:ext cx="2524500" cy="1316100"/>
          </a:xfrm>
          <a:prstGeom prst="rect">
            <a:avLst/>
          </a:prstGeom>
          <a:noFill/>
          <a:ln>
            <a:noFill/>
          </a:ln>
        </p:spPr>
      </p:sp>
      <p:sp>
        <p:nvSpPr>
          <p:cNvPr id="396" name="Google Shape;396;p70"/>
          <p:cNvSpPr/>
          <p:nvPr>
            <p:ph idx="3" type="pic"/>
          </p:nvPr>
        </p:nvSpPr>
        <p:spPr>
          <a:xfrm>
            <a:off x="3300725" y="776000"/>
            <a:ext cx="2524500" cy="1316100"/>
          </a:xfrm>
          <a:prstGeom prst="rect">
            <a:avLst/>
          </a:prstGeom>
          <a:noFill/>
          <a:ln>
            <a:noFill/>
          </a:ln>
        </p:spPr>
      </p:sp>
      <p:sp>
        <p:nvSpPr>
          <p:cNvPr id="397" name="Google Shape;397;p70"/>
          <p:cNvSpPr/>
          <p:nvPr>
            <p:ph idx="4" type="pic"/>
          </p:nvPr>
        </p:nvSpPr>
        <p:spPr>
          <a:xfrm>
            <a:off x="6084951" y="776000"/>
            <a:ext cx="2524500" cy="1316100"/>
          </a:xfrm>
          <a:prstGeom prst="rect">
            <a:avLst/>
          </a:prstGeom>
          <a:noFill/>
          <a:ln>
            <a:noFill/>
          </a:ln>
        </p:spPr>
      </p:sp>
      <p:sp>
        <p:nvSpPr>
          <p:cNvPr id="398" name="Google Shape;398;p70"/>
          <p:cNvSpPr/>
          <p:nvPr>
            <p:ph idx="5" type="pic"/>
          </p:nvPr>
        </p:nvSpPr>
        <p:spPr>
          <a:xfrm>
            <a:off x="525525" y="2582200"/>
            <a:ext cx="2524500" cy="1316100"/>
          </a:xfrm>
          <a:prstGeom prst="rect">
            <a:avLst/>
          </a:prstGeom>
          <a:noFill/>
          <a:ln>
            <a:noFill/>
          </a:ln>
        </p:spPr>
      </p:sp>
      <p:sp>
        <p:nvSpPr>
          <p:cNvPr id="399" name="Google Shape;399;p70"/>
          <p:cNvSpPr/>
          <p:nvPr>
            <p:ph idx="6" type="pic"/>
          </p:nvPr>
        </p:nvSpPr>
        <p:spPr>
          <a:xfrm>
            <a:off x="3309750" y="2582200"/>
            <a:ext cx="2524500" cy="1316100"/>
          </a:xfrm>
          <a:prstGeom prst="rect">
            <a:avLst/>
          </a:prstGeom>
          <a:noFill/>
          <a:ln>
            <a:noFill/>
          </a:ln>
        </p:spPr>
      </p:sp>
      <p:sp>
        <p:nvSpPr>
          <p:cNvPr id="400" name="Google Shape;400;p70"/>
          <p:cNvSpPr/>
          <p:nvPr>
            <p:ph idx="7" type="pic"/>
          </p:nvPr>
        </p:nvSpPr>
        <p:spPr>
          <a:xfrm>
            <a:off x="6093976" y="2582200"/>
            <a:ext cx="2524500" cy="1316100"/>
          </a:xfrm>
          <a:prstGeom prst="rect">
            <a:avLst/>
          </a:prstGeom>
          <a:noFill/>
          <a:ln>
            <a:noFill/>
          </a:ln>
        </p:spPr>
      </p:sp>
      <p:sp>
        <p:nvSpPr>
          <p:cNvPr id="401" name="Google Shape;401;p70"/>
          <p:cNvSpPr txBox="1"/>
          <p:nvPr>
            <p:ph idx="1" type="subTitle"/>
          </p:nvPr>
        </p:nvSpPr>
        <p:spPr>
          <a:xfrm>
            <a:off x="542475" y="2146285"/>
            <a:ext cx="25245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02" name="Google Shape;402;p70"/>
          <p:cNvSpPr txBox="1"/>
          <p:nvPr>
            <p:ph idx="8" type="subTitle"/>
          </p:nvPr>
        </p:nvSpPr>
        <p:spPr>
          <a:xfrm>
            <a:off x="3313713" y="2146285"/>
            <a:ext cx="25245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03" name="Google Shape;403;p70"/>
          <p:cNvSpPr txBox="1"/>
          <p:nvPr>
            <p:ph idx="9" type="subTitle"/>
          </p:nvPr>
        </p:nvSpPr>
        <p:spPr>
          <a:xfrm>
            <a:off x="6084963" y="2146285"/>
            <a:ext cx="25245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4" name="Google Shape;404;p70"/>
          <p:cNvSpPr txBox="1"/>
          <p:nvPr>
            <p:ph idx="13" type="subTitle"/>
          </p:nvPr>
        </p:nvSpPr>
        <p:spPr>
          <a:xfrm>
            <a:off x="530175" y="3939126"/>
            <a:ext cx="25245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05" name="Google Shape;405;p70"/>
          <p:cNvSpPr txBox="1"/>
          <p:nvPr>
            <p:ph idx="14" type="subTitle"/>
          </p:nvPr>
        </p:nvSpPr>
        <p:spPr>
          <a:xfrm>
            <a:off x="3301413" y="3939126"/>
            <a:ext cx="25245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06" name="Google Shape;406;p70"/>
          <p:cNvSpPr txBox="1"/>
          <p:nvPr>
            <p:ph idx="15" type="subTitle"/>
          </p:nvPr>
        </p:nvSpPr>
        <p:spPr>
          <a:xfrm>
            <a:off x="6072663" y="3939126"/>
            <a:ext cx="25245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pic>
        <p:nvPicPr>
          <p:cNvPr id="407" name="Google Shape;407;p70" title="ASC_logo_symbol_blk.png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274320" y="4644530"/>
            <a:ext cx="301752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70"/>
          <p:cNvSpPr txBox="1"/>
          <p:nvPr>
            <p:ph type="title"/>
          </p:nvPr>
        </p:nvSpPr>
        <p:spPr>
          <a:xfrm>
            <a:off x="274325" y="247400"/>
            <a:ext cx="85548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oboto Light"/>
              <a:buNone/>
              <a:defRPr sz="2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9" name="Google Shape;409;p70"/>
          <p:cNvSpPr txBox="1"/>
          <p:nvPr/>
        </p:nvSpPr>
        <p:spPr>
          <a:xfrm>
            <a:off x="7466844" y="4813648"/>
            <a:ext cx="1362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© Ascension 2026. All rights reserved.</a:t>
            </a:r>
            <a:endParaRPr b="0" i="0" sz="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1 Back Cover">
  <p:cSld name="CUSTOM_28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2 Back Cover">
  <p:cSld name="CUSTOM_28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3 Back Cover">
  <p:cSld name="CUSTOM_28_1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4 Back Cover">
  <p:cSld name="CUSTOM_28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5 Back Cover">
  <p:cSld name="CUSTOM_28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6 Back Cover">
  <p:cSld name="CUSTOM_28_1_1_1_1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73" Type="http://schemas.openxmlformats.org/officeDocument/2006/relationships/slideLayout" Target="../slideLayouts/slideLayout73.xml"/><Relationship Id="rId72" Type="http://schemas.openxmlformats.org/officeDocument/2006/relationships/slideLayout" Target="../slideLayouts/slideLayout72.xml"/><Relationship Id="rId31" Type="http://schemas.openxmlformats.org/officeDocument/2006/relationships/slideLayout" Target="../slideLayouts/slideLayout31.xml"/><Relationship Id="rId75" Type="http://schemas.openxmlformats.org/officeDocument/2006/relationships/slideLayout" Target="../slideLayouts/slideLayout75.xml"/><Relationship Id="rId30" Type="http://schemas.openxmlformats.org/officeDocument/2006/relationships/slideLayout" Target="../slideLayouts/slideLayout30.xml"/><Relationship Id="rId74" Type="http://schemas.openxmlformats.org/officeDocument/2006/relationships/slideLayout" Target="../slideLayouts/slideLayout74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76" Type="http://schemas.openxmlformats.org/officeDocument/2006/relationships/theme" Target="../theme/theme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71" Type="http://schemas.openxmlformats.org/officeDocument/2006/relationships/slideLayout" Target="../slideLayouts/slideLayout71.xml"/><Relationship Id="rId70" Type="http://schemas.openxmlformats.org/officeDocument/2006/relationships/slideLayout" Target="../slideLayouts/slideLayout70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62" Type="http://schemas.openxmlformats.org/officeDocument/2006/relationships/slideLayout" Target="../slideLayouts/slideLayout62.xml"/><Relationship Id="rId61" Type="http://schemas.openxmlformats.org/officeDocument/2006/relationships/slideLayout" Target="../slideLayouts/slideLayout61.xml"/><Relationship Id="rId20" Type="http://schemas.openxmlformats.org/officeDocument/2006/relationships/slideLayout" Target="../slideLayouts/slideLayout20.xml"/><Relationship Id="rId64" Type="http://schemas.openxmlformats.org/officeDocument/2006/relationships/slideLayout" Target="../slideLayouts/slideLayout64.xml"/><Relationship Id="rId63" Type="http://schemas.openxmlformats.org/officeDocument/2006/relationships/slideLayout" Target="../slideLayouts/slideLayout63.xml"/><Relationship Id="rId22" Type="http://schemas.openxmlformats.org/officeDocument/2006/relationships/slideLayout" Target="../slideLayouts/slideLayout22.xml"/><Relationship Id="rId66" Type="http://schemas.openxmlformats.org/officeDocument/2006/relationships/slideLayout" Target="../slideLayouts/slideLayout66.xml"/><Relationship Id="rId21" Type="http://schemas.openxmlformats.org/officeDocument/2006/relationships/slideLayout" Target="../slideLayouts/slideLayout21.xml"/><Relationship Id="rId65" Type="http://schemas.openxmlformats.org/officeDocument/2006/relationships/slideLayout" Target="../slideLayouts/slideLayout65.xml"/><Relationship Id="rId24" Type="http://schemas.openxmlformats.org/officeDocument/2006/relationships/slideLayout" Target="../slideLayouts/slideLayout24.xml"/><Relationship Id="rId68" Type="http://schemas.openxmlformats.org/officeDocument/2006/relationships/slideLayout" Target="../slideLayouts/slideLayout68.xml"/><Relationship Id="rId23" Type="http://schemas.openxmlformats.org/officeDocument/2006/relationships/slideLayout" Target="../slideLayouts/slideLayout23.xml"/><Relationship Id="rId67" Type="http://schemas.openxmlformats.org/officeDocument/2006/relationships/slideLayout" Target="../slideLayouts/slideLayout67.xml"/><Relationship Id="rId60" Type="http://schemas.openxmlformats.org/officeDocument/2006/relationships/slideLayout" Target="../slideLayouts/slideLayout60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69" Type="http://schemas.openxmlformats.org/officeDocument/2006/relationships/slideLayout" Target="../slideLayouts/slideLayout6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5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10.xml"/><Relationship Id="rId54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13.xml"/><Relationship Id="rId5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12.xml"/><Relationship Id="rId56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15.xml"/><Relationship Id="rId59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14.xml"/><Relationship Id="rId58" Type="http://schemas.openxmlformats.org/officeDocument/2006/relationships/slideLayout" Target="../slideLayouts/slideLayout5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60500" y="458075"/>
            <a:ext cx="8220300" cy="478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Light"/>
              <a:buNone/>
              <a:defRPr b="0" i="0" sz="36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60500" y="1505050"/>
            <a:ext cx="8220300" cy="13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21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○"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21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■"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21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21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○"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21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■"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21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21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○"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21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■"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  <p:sldLayoutId id="2147483709" r:id="rId62"/>
    <p:sldLayoutId id="2147483710" r:id="rId63"/>
    <p:sldLayoutId id="2147483711" r:id="rId64"/>
    <p:sldLayoutId id="2147483712" r:id="rId65"/>
    <p:sldLayoutId id="2147483713" r:id="rId66"/>
    <p:sldLayoutId id="2147483714" r:id="rId67"/>
    <p:sldLayoutId id="2147483715" r:id="rId68"/>
    <p:sldLayoutId id="2147483716" r:id="rId69"/>
    <p:sldLayoutId id="2147483717" r:id="rId70"/>
    <p:sldLayoutId id="2147483718" r:id="rId71"/>
    <p:sldLayoutId id="2147483719" r:id="rId72"/>
    <p:sldLayoutId id="2147483720" r:id="rId73"/>
    <p:sldLayoutId id="2147483721" r:id="rId74"/>
    <p:sldLayoutId id="2147483722" r:id="rId7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docs.google.com/presentation/d/1YBOAC29l9rvr9KRdQJZ8RdAqq3wi_rlXaaUGGzC141M/edit#slide=id.g7e52ab62f9_0_22" TargetMode="External"/><Relationship Id="rId4" Type="http://schemas.openxmlformats.org/officeDocument/2006/relationships/hyperlink" Target="https://docs.google.com/presentation/d/1nVPp-149ynwVvtfGDpl2D-uA8YLUvmRmtuEtRrNEx7A/edit#slide=id.p" TargetMode="External"/><Relationship Id="rId5" Type="http://schemas.openxmlformats.org/officeDocument/2006/relationships/hyperlink" Target="http://ascension.org/brandcentral" TargetMode="External"/><Relationship Id="rId6" Type="http://schemas.openxmlformats.org/officeDocument/2006/relationships/image" Target="../media/image10.png"/><Relationship Id="rId7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5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6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7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9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0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2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4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5.xml"/><Relationship Id="rId2" Type="http://schemas.openxmlformats.org/officeDocument/2006/relationships/notesSlide" Target="../notesSlides/notesSlide8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77"/>
          <p:cNvSpPr txBox="1"/>
          <p:nvPr>
            <p:ph type="title"/>
          </p:nvPr>
        </p:nvSpPr>
        <p:spPr>
          <a:xfrm>
            <a:off x="454501" y="710850"/>
            <a:ext cx="81768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  <p:sp>
        <p:nvSpPr>
          <p:cNvPr id="421" name="Google Shape;421;p77"/>
          <p:cNvSpPr txBox="1"/>
          <p:nvPr>
            <p:ph idx="1" type="subTitle"/>
          </p:nvPr>
        </p:nvSpPr>
        <p:spPr>
          <a:xfrm>
            <a:off x="454505" y="1397075"/>
            <a:ext cx="81768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78"/>
          <p:cNvSpPr txBox="1"/>
          <p:nvPr>
            <p:ph type="title"/>
          </p:nvPr>
        </p:nvSpPr>
        <p:spPr>
          <a:xfrm>
            <a:off x="965400" y="0"/>
            <a:ext cx="7213200" cy="2337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6000"/>
              <a:t>Instructions</a:t>
            </a:r>
            <a:endParaRPr sz="6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79"/>
          <p:cNvSpPr txBox="1"/>
          <p:nvPr/>
        </p:nvSpPr>
        <p:spPr>
          <a:xfrm>
            <a:off x="5082445" y="731000"/>
            <a:ext cx="3791700" cy="36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Tables</a:t>
            </a:r>
            <a:endParaRPr b="1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Header rows: </a:t>
            </a:r>
            <a:r>
              <a:rPr b="0" i="0" lang="en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Apply Roboto Medium font. Fill the row using either 20% black or the 20% value of a brand color. Lines should be set </a:t>
            </a:r>
            <a:br>
              <a:rPr b="0" i="0" lang="en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to a uniform thickness of 1 pt. Line color may be any consistent value from 50 – 100% black.</a:t>
            </a:r>
            <a:endParaRPr b="0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sng" cap="none" strike="noStrike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Chart Templates</a:t>
            </a:r>
            <a:endParaRPr b="1" i="0" sz="1000" u="sng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Handling Images</a:t>
            </a:r>
            <a:endParaRPr b="1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Add an image:</a:t>
            </a:r>
            <a:r>
              <a:rPr b="0" i="0" lang="en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Select the image placeholder and choose </a:t>
            </a:r>
            <a:br>
              <a:rPr b="0" i="0" lang="en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“Replace image” from the toolbar.</a:t>
            </a:r>
            <a:endParaRPr b="0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Resize and crop images: </a:t>
            </a:r>
            <a:r>
              <a:rPr b="0" i="0" lang="en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Click on the image and selecting the </a:t>
            </a:r>
            <a:br>
              <a:rPr b="0" i="0" lang="en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“Crop tool” (   ) from the toolbar. Ensure the photo fills the frame.</a:t>
            </a:r>
            <a:endParaRPr b="0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sng" cap="none" strike="noStrike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Icon and Photography Guide</a:t>
            </a:r>
            <a:endParaRPr b="1" i="0" sz="1000" u="sng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1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0005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sng" cap="none" strike="noStrike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5"/>
              </a:rPr>
              <a:t>Ascension Brand Central</a:t>
            </a:r>
            <a:r>
              <a:rPr b="1" i="0" lang="en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i="0" lang="en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contains brand-approved assets.</a:t>
            </a:r>
            <a:r>
              <a:rPr b="0" i="0" lang="en" sz="10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br>
              <a:rPr b="0" i="0" lang="en" sz="10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</a:br>
            <a:r>
              <a:rPr b="0" i="0" lang="en" sz="10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If you do not have access, please register at the same link.</a:t>
            </a:r>
            <a:endParaRPr b="1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2" name="Google Shape;432;p79"/>
          <p:cNvSpPr/>
          <p:nvPr/>
        </p:nvSpPr>
        <p:spPr>
          <a:xfrm>
            <a:off x="6388125" y="303609"/>
            <a:ext cx="2264100" cy="293400"/>
          </a:xfrm>
          <a:prstGeom prst="rect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Delete this slide before presenting.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3" name="Google Shape;433;p79"/>
          <p:cNvCxnSpPr/>
          <p:nvPr/>
        </p:nvCxnSpPr>
        <p:spPr>
          <a:xfrm>
            <a:off x="4574186" y="714500"/>
            <a:ext cx="0" cy="3753300"/>
          </a:xfrm>
          <a:prstGeom prst="straightConnector1">
            <a:avLst/>
          </a:prstGeom>
          <a:noFill/>
          <a:ln cap="flat" cmpd="sng" w="19050">
            <a:solidFill>
              <a:srgbClr val="EBEBEB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34" name="Google Shape;434;p7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60096" y="3165741"/>
            <a:ext cx="99500" cy="99500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79"/>
          <p:cNvSpPr txBox="1"/>
          <p:nvPr/>
        </p:nvSpPr>
        <p:spPr>
          <a:xfrm>
            <a:off x="298748" y="731000"/>
            <a:ext cx="3842100" cy="3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Getting Started</a:t>
            </a:r>
            <a:endParaRPr b="1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Add a new slide:</a:t>
            </a:r>
            <a:r>
              <a:rPr b="0" i="0" lang="en" sz="10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From the toolbar, select “New slide” (+). </a:t>
            </a:r>
            <a:br>
              <a:rPr b="0" i="0" lang="en" sz="10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</a:br>
            <a:r>
              <a:rPr b="0" i="0" lang="en" sz="10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Use the down arrow to choose a layout. </a:t>
            </a:r>
            <a:endParaRPr b="0" i="0" sz="1000" u="none" cap="none" strike="noStrike">
              <a:solidFill>
                <a:srgbClr val="000000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Use an existing slide:</a:t>
            </a:r>
            <a:r>
              <a:rPr b="0" i="0" lang="en" sz="10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From the File menu, select “Import slides.” </a:t>
            </a:r>
            <a:endParaRPr b="0" i="0" sz="1000" u="none" cap="none" strike="noStrike">
              <a:solidFill>
                <a:srgbClr val="000000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Apply the current theme to imported slides:</a:t>
            </a:r>
            <a:r>
              <a:rPr b="0" i="0" lang="en" sz="10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br>
              <a:rPr b="0" i="0" lang="en" sz="10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</a:br>
            <a:r>
              <a:rPr b="0" i="0" lang="en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From the Slide menu, select “Change theme.” Then, “Import theme” and choose the respective template. Formatting may need clean-up.</a:t>
            </a:r>
            <a:endParaRPr b="0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Formatting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Typography: </a:t>
            </a:r>
            <a:r>
              <a:rPr b="0" i="0" lang="en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Our font for Google applications is Roboto. </a:t>
            </a:r>
            <a:br>
              <a:rPr b="0" i="0" lang="en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Body text should be no smaller than 10 pt.</a:t>
            </a:r>
            <a:endParaRPr b="0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Color: </a:t>
            </a:r>
            <a:r>
              <a:rPr b="0" i="0" lang="en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Ascension Medium Blue, Violet, </a:t>
            </a:r>
            <a:br>
              <a:rPr b="0" i="0" lang="en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Green and Blue may be used in text and </a:t>
            </a:r>
            <a:br>
              <a:rPr b="0" i="0" lang="en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graphics. Please avoid using all colors in </a:t>
            </a:r>
            <a:br>
              <a:rPr b="0" i="0" lang="en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your deck. For variation, use the provided </a:t>
            </a:r>
            <a:br>
              <a:rPr b="0" i="0" lang="en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tints of medium blue, violet or green.</a:t>
            </a:r>
            <a:endParaRPr b="0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sng" cap="none" strike="noStrike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action="ppaction://hlinkshowjump?jump=nextslide"/>
              </a:rPr>
              <a:t>Color Palette</a:t>
            </a:r>
            <a:endParaRPr b="0" i="0" sz="10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36" name="Google Shape;436;p7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07495" y="3987801"/>
            <a:ext cx="371939" cy="3990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7" name="Google Shape;437;p79"/>
          <p:cNvCxnSpPr/>
          <p:nvPr/>
        </p:nvCxnSpPr>
        <p:spPr>
          <a:xfrm>
            <a:off x="5035350" y="3832915"/>
            <a:ext cx="3778200" cy="0"/>
          </a:xfrm>
          <a:prstGeom prst="straightConnector1">
            <a:avLst/>
          </a:prstGeom>
          <a:noFill/>
          <a:ln cap="flat" cmpd="sng" w="9525">
            <a:solidFill>
              <a:srgbClr val="231F2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8" name="Google Shape;438;p79"/>
          <p:cNvSpPr/>
          <p:nvPr/>
        </p:nvSpPr>
        <p:spPr>
          <a:xfrm>
            <a:off x="2898573" y="3290975"/>
            <a:ext cx="486561" cy="399050"/>
          </a:xfrm>
          <a:custGeom>
            <a:rect b="b" l="l" r="r" t="t"/>
            <a:pathLst>
              <a:path extrusionOk="0" h="466725" w="466725">
                <a:moveTo>
                  <a:pt x="466344" y="0"/>
                </a:moveTo>
                <a:lnTo>
                  <a:pt x="0" y="0"/>
                </a:lnTo>
                <a:lnTo>
                  <a:pt x="0" y="466344"/>
                </a:lnTo>
                <a:lnTo>
                  <a:pt x="466344" y="466344"/>
                </a:lnTo>
                <a:lnTo>
                  <a:pt x="466344" y="0"/>
                </a:lnTo>
                <a:close/>
              </a:path>
            </a:pathLst>
          </a:custGeom>
          <a:solidFill>
            <a:srgbClr val="1B429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18"/>
              <a:buFont typeface="Arial"/>
              <a:buNone/>
            </a:pPr>
            <a:r>
              <a:t/>
            </a:r>
            <a:endParaRPr b="0" i="0" sz="111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9" name="Google Shape;439;p79"/>
          <p:cNvGrpSpPr/>
          <p:nvPr/>
        </p:nvGrpSpPr>
        <p:grpSpPr>
          <a:xfrm>
            <a:off x="2898562" y="3762310"/>
            <a:ext cx="497923" cy="399050"/>
            <a:chOff x="1752374" y="3515876"/>
            <a:chExt cx="497923" cy="399050"/>
          </a:xfrm>
        </p:grpSpPr>
        <p:sp>
          <p:nvSpPr>
            <p:cNvPr id="440" name="Google Shape;440;p79"/>
            <p:cNvSpPr/>
            <p:nvPr/>
          </p:nvSpPr>
          <p:spPr>
            <a:xfrm>
              <a:off x="1752374" y="3515876"/>
              <a:ext cx="399050" cy="399050"/>
            </a:xfrm>
            <a:custGeom>
              <a:rect b="b" l="l" r="r" t="t"/>
              <a:pathLst>
                <a:path extrusionOk="0" h="466725" w="466725">
                  <a:moveTo>
                    <a:pt x="466343" y="0"/>
                  </a:moveTo>
                  <a:lnTo>
                    <a:pt x="0" y="0"/>
                  </a:lnTo>
                  <a:lnTo>
                    <a:pt x="0" y="466344"/>
                  </a:lnTo>
                  <a:lnTo>
                    <a:pt x="466343" y="466344"/>
                  </a:lnTo>
                  <a:lnTo>
                    <a:pt x="466343" y="0"/>
                  </a:lnTo>
                  <a:close/>
                </a:path>
              </a:pathLst>
            </a:custGeom>
            <a:solidFill>
              <a:srgbClr val="B40F8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18"/>
                <a:buFont typeface="Arial"/>
                <a:buNone/>
              </a:pPr>
              <a:r>
                <a:t/>
              </a:r>
              <a:endParaRPr b="0" i="0" sz="111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41" name="Google Shape;441;p79"/>
            <p:cNvGrpSpPr/>
            <p:nvPr/>
          </p:nvGrpSpPr>
          <p:grpSpPr>
            <a:xfrm>
              <a:off x="2150540" y="3515952"/>
              <a:ext cx="99757" cy="398626"/>
              <a:chOff x="6596242" y="1868300"/>
              <a:chExt cx="192135" cy="767769"/>
            </a:xfrm>
          </p:grpSpPr>
          <p:sp>
            <p:nvSpPr>
              <p:cNvPr id="442" name="Google Shape;442;p79"/>
              <p:cNvSpPr/>
              <p:nvPr/>
            </p:nvSpPr>
            <p:spPr>
              <a:xfrm>
                <a:off x="6596242" y="2057613"/>
                <a:ext cx="192135" cy="200303"/>
              </a:xfrm>
              <a:custGeom>
                <a:rect b="b" l="l" r="r" t="t"/>
                <a:pathLst>
                  <a:path extrusionOk="0" h="155575" w="155575">
                    <a:moveTo>
                      <a:pt x="155448" y="0"/>
                    </a:moveTo>
                    <a:lnTo>
                      <a:pt x="0" y="0"/>
                    </a:lnTo>
                    <a:lnTo>
                      <a:pt x="0" y="155448"/>
                    </a:lnTo>
                    <a:lnTo>
                      <a:pt x="155448" y="155448"/>
                    </a:lnTo>
                    <a:lnTo>
                      <a:pt x="155448" y="0"/>
                    </a:lnTo>
                    <a:close/>
                  </a:path>
                </a:pathLst>
              </a:custGeom>
              <a:solidFill>
                <a:srgbClr val="D476C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18"/>
                  <a:buFont typeface="Arial"/>
                  <a:buNone/>
                </a:pPr>
                <a:r>
                  <a:t/>
                </a:r>
                <a:endParaRPr b="0" i="0" sz="1118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3" name="Google Shape;443;p79"/>
              <p:cNvSpPr/>
              <p:nvPr/>
            </p:nvSpPr>
            <p:spPr>
              <a:xfrm>
                <a:off x="6596242" y="2253771"/>
                <a:ext cx="192135" cy="192135"/>
              </a:xfrm>
              <a:custGeom>
                <a:rect b="b" l="l" r="r" t="t"/>
                <a:pathLst>
                  <a:path extrusionOk="0" h="155575" w="155575">
                    <a:moveTo>
                      <a:pt x="155448" y="0"/>
                    </a:moveTo>
                    <a:lnTo>
                      <a:pt x="0" y="0"/>
                    </a:lnTo>
                    <a:lnTo>
                      <a:pt x="0" y="155448"/>
                    </a:lnTo>
                    <a:lnTo>
                      <a:pt x="155448" y="155448"/>
                    </a:lnTo>
                    <a:lnTo>
                      <a:pt x="155448" y="0"/>
                    </a:lnTo>
                    <a:close/>
                  </a:path>
                </a:pathLst>
              </a:custGeom>
              <a:solidFill>
                <a:srgbClr val="E4A3D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18"/>
                  <a:buFont typeface="Arial"/>
                  <a:buNone/>
                </a:pPr>
                <a:r>
                  <a:t/>
                </a:r>
                <a:endParaRPr b="0" i="0" sz="1118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4" name="Google Shape;444;p79"/>
              <p:cNvSpPr/>
              <p:nvPr/>
            </p:nvSpPr>
            <p:spPr>
              <a:xfrm>
                <a:off x="6596242" y="2443934"/>
                <a:ext cx="192135" cy="192135"/>
              </a:xfrm>
              <a:custGeom>
                <a:rect b="b" l="l" r="r" t="t"/>
                <a:pathLst>
                  <a:path extrusionOk="0" h="155575" w="155575">
                    <a:moveTo>
                      <a:pt x="155448" y="0"/>
                    </a:moveTo>
                    <a:lnTo>
                      <a:pt x="0" y="0"/>
                    </a:lnTo>
                    <a:lnTo>
                      <a:pt x="0" y="155448"/>
                    </a:lnTo>
                    <a:lnTo>
                      <a:pt x="155448" y="155448"/>
                    </a:lnTo>
                    <a:lnTo>
                      <a:pt x="155448" y="0"/>
                    </a:lnTo>
                    <a:close/>
                  </a:path>
                </a:pathLst>
              </a:custGeom>
              <a:solidFill>
                <a:srgbClr val="ECD3E9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18"/>
                  <a:buFont typeface="Arial"/>
                  <a:buNone/>
                </a:pPr>
                <a:r>
                  <a:t/>
                </a:r>
                <a:endParaRPr b="0" i="0" sz="1118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5" name="Google Shape;445;p79"/>
              <p:cNvSpPr/>
              <p:nvPr/>
            </p:nvSpPr>
            <p:spPr>
              <a:xfrm>
                <a:off x="6596242" y="1868300"/>
                <a:ext cx="192135" cy="192135"/>
              </a:xfrm>
              <a:custGeom>
                <a:rect b="b" l="l" r="r" t="t"/>
                <a:pathLst>
                  <a:path extrusionOk="0" h="155575" w="155575">
                    <a:moveTo>
                      <a:pt x="155448" y="0"/>
                    </a:moveTo>
                    <a:lnTo>
                      <a:pt x="0" y="0"/>
                    </a:lnTo>
                    <a:lnTo>
                      <a:pt x="0" y="155448"/>
                    </a:lnTo>
                    <a:lnTo>
                      <a:pt x="155448" y="155448"/>
                    </a:lnTo>
                    <a:lnTo>
                      <a:pt x="155448" y="0"/>
                    </a:lnTo>
                    <a:close/>
                  </a:path>
                </a:pathLst>
              </a:custGeom>
              <a:solidFill>
                <a:srgbClr val="C245A9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18"/>
                  <a:buFont typeface="Arial"/>
                  <a:buNone/>
                </a:pPr>
                <a:r>
                  <a:t/>
                </a:r>
                <a:endParaRPr b="0" i="0" sz="1118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46" name="Google Shape;446;p79"/>
          <p:cNvGrpSpPr/>
          <p:nvPr/>
        </p:nvGrpSpPr>
        <p:grpSpPr>
          <a:xfrm>
            <a:off x="3482402" y="3762310"/>
            <a:ext cx="497205" cy="399050"/>
            <a:chOff x="2544004" y="3515876"/>
            <a:chExt cx="497205" cy="399050"/>
          </a:xfrm>
        </p:grpSpPr>
        <p:sp>
          <p:nvSpPr>
            <p:cNvPr id="447" name="Google Shape;447;p79"/>
            <p:cNvSpPr/>
            <p:nvPr/>
          </p:nvSpPr>
          <p:spPr>
            <a:xfrm>
              <a:off x="2544004" y="3515876"/>
              <a:ext cx="399050" cy="399050"/>
            </a:xfrm>
            <a:custGeom>
              <a:rect b="b" l="l" r="r" t="t"/>
              <a:pathLst>
                <a:path extrusionOk="0" h="466725" w="466725">
                  <a:moveTo>
                    <a:pt x="466344" y="0"/>
                  </a:moveTo>
                  <a:lnTo>
                    <a:pt x="0" y="0"/>
                  </a:lnTo>
                  <a:lnTo>
                    <a:pt x="0" y="466344"/>
                  </a:lnTo>
                  <a:lnTo>
                    <a:pt x="466344" y="466344"/>
                  </a:lnTo>
                  <a:lnTo>
                    <a:pt x="466344" y="0"/>
                  </a:lnTo>
                  <a:close/>
                </a:path>
              </a:pathLst>
            </a:custGeom>
            <a:solidFill>
              <a:srgbClr val="00949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18"/>
                <a:buFont typeface="Arial"/>
                <a:buNone/>
              </a:pPr>
              <a:r>
                <a:t/>
              </a:r>
              <a:endParaRPr b="0" i="0" sz="111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48" name="Google Shape;448;p79"/>
            <p:cNvGrpSpPr/>
            <p:nvPr/>
          </p:nvGrpSpPr>
          <p:grpSpPr>
            <a:xfrm>
              <a:off x="2941452" y="3515957"/>
              <a:ext cx="99757" cy="398626"/>
              <a:chOff x="8121064" y="1868300"/>
              <a:chExt cx="192135" cy="767769"/>
            </a:xfrm>
          </p:grpSpPr>
          <p:sp>
            <p:nvSpPr>
              <p:cNvPr id="449" name="Google Shape;449;p79"/>
              <p:cNvSpPr/>
              <p:nvPr/>
            </p:nvSpPr>
            <p:spPr>
              <a:xfrm>
                <a:off x="8121064" y="2057613"/>
                <a:ext cx="192135" cy="200303"/>
              </a:xfrm>
              <a:custGeom>
                <a:rect b="b" l="l" r="r" t="t"/>
                <a:pathLst>
                  <a:path extrusionOk="0" h="155575" w="155575">
                    <a:moveTo>
                      <a:pt x="155448" y="0"/>
                    </a:moveTo>
                    <a:lnTo>
                      <a:pt x="0" y="0"/>
                    </a:lnTo>
                    <a:lnTo>
                      <a:pt x="0" y="155448"/>
                    </a:lnTo>
                    <a:lnTo>
                      <a:pt x="155448" y="155448"/>
                    </a:lnTo>
                    <a:lnTo>
                      <a:pt x="155448" y="0"/>
                    </a:lnTo>
                    <a:close/>
                  </a:path>
                </a:pathLst>
              </a:custGeom>
              <a:solidFill>
                <a:srgbClr val="32C2C2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18"/>
                  <a:buFont typeface="Arial"/>
                  <a:buNone/>
                </a:pPr>
                <a:r>
                  <a:t/>
                </a:r>
                <a:endParaRPr b="0" i="0" sz="1118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0" name="Google Shape;450;p79"/>
              <p:cNvSpPr/>
              <p:nvPr/>
            </p:nvSpPr>
            <p:spPr>
              <a:xfrm>
                <a:off x="8121064" y="2253771"/>
                <a:ext cx="192135" cy="192135"/>
              </a:xfrm>
              <a:custGeom>
                <a:rect b="b" l="l" r="r" t="t"/>
                <a:pathLst>
                  <a:path extrusionOk="0" h="155575" w="155575">
                    <a:moveTo>
                      <a:pt x="155448" y="0"/>
                    </a:moveTo>
                    <a:lnTo>
                      <a:pt x="0" y="0"/>
                    </a:lnTo>
                    <a:lnTo>
                      <a:pt x="0" y="155448"/>
                    </a:lnTo>
                    <a:lnTo>
                      <a:pt x="155448" y="155448"/>
                    </a:lnTo>
                    <a:lnTo>
                      <a:pt x="155448" y="0"/>
                    </a:lnTo>
                    <a:close/>
                  </a:path>
                </a:pathLst>
              </a:custGeom>
              <a:solidFill>
                <a:srgbClr val="84D6D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18"/>
                  <a:buFont typeface="Arial"/>
                  <a:buNone/>
                </a:pPr>
                <a:r>
                  <a:t/>
                </a:r>
                <a:endParaRPr b="0" i="0" sz="1118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1" name="Google Shape;451;p79"/>
              <p:cNvSpPr/>
              <p:nvPr/>
            </p:nvSpPr>
            <p:spPr>
              <a:xfrm>
                <a:off x="8121064" y="2443934"/>
                <a:ext cx="192135" cy="192135"/>
              </a:xfrm>
              <a:custGeom>
                <a:rect b="b" l="l" r="r" t="t"/>
                <a:pathLst>
                  <a:path extrusionOk="0" h="155575" w="155575">
                    <a:moveTo>
                      <a:pt x="155448" y="0"/>
                    </a:moveTo>
                    <a:lnTo>
                      <a:pt x="0" y="0"/>
                    </a:lnTo>
                    <a:lnTo>
                      <a:pt x="0" y="155448"/>
                    </a:lnTo>
                    <a:lnTo>
                      <a:pt x="155448" y="155448"/>
                    </a:lnTo>
                    <a:lnTo>
                      <a:pt x="155448" y="0"/>
                    </a:lnTo>
                    <a:close/>
                  </a:path>
                </a:pathLst>
              </a:custGeom>
              <a:solidFill>
                <a:srgbClr val="CCEAEA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18"/>
                  <a:buFont typeface="Arial"/>
                  <a:buNone/>
                </a:pPr>
                <a:r>
                  <a:t/>
                </a:r>
                <a:endParaRPr b="0" i="0" sz="1118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2" name="Google Shape;452;p79"/>
              <p:cNvSpPr/>
              <p:nvPr/>
            </p:nvSpPr>
            <p:spPr>
              <a:xfrm>
                <a:off x="8121064" y="1868300"/>
                <a:ext cx="192135" cy="192135"/>
              </a:xfrm>
              <a:custGeom>
                <a:rect b="b" l="l" r="r" t="t"/>
                <a:pathLst>
                  <a:path extrusionOk="0" h="155575" w="155575">
                    <a:moveTo>
                      <a:pt x="155448" y="0"/>
                    </a:moveTo>
                    <a:lnTo>
                      <a:pt x="0" y="0"/>
                    </a:lnTo>
                    <a:lnTo>
                      <a:pt x="0" y="155448"/>
                    </a:lnTo>
                    <a:lnTo>
                      <a:pt x="155448" y="155448"/>
                    </a:lnTo>
                    <a:lnTo>
                      <a:pt x="155448" y="0"/>
                    </a:lnTo>
                    <a:close/>
                  </a:path>
                </a:pathLst>
              </a:custGeom>
              <a:solidFill>
                <a:srgbClr val="05ACA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18"/>
                  <a:buFont typeface="Arial"/>
                  <a:buNone/>
                </a:pPr>
                <a:r>
                  <a:t/>
                </a:r>
                <a:endParaRPr b="0" i="0" sz="1118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53" name="Google Shape;453;p79"/>
          <p:cNvGrpSpPr/>
          <p:nvPr/>
        </p:nvGrpSpPr>
        <p:grpSpPr>
          <a:xfrm>
            <a:off x="3482391" y="3290976"/>
            <a:ext cx="497203" cy="399050"/>
            <a:chOff x="960745" y="3515876"/>
            <a:chExt cx="497203" cy="399050"/>
          </a:xfrm>
        </p:grpSpPr>
        <p:sp>
          <p:nvSpPr>
            <p:cNvPr id="454" name="Google Shape;454;p79"/>
            <p:cNvSpPr/>
            <p:nvPr/>
          </p:nvSpPr>
          <p:spPr>
            <a:xfrm>
              <a:off x="960745" y="3515876"/>
              <a:ext cx="399050" cy="399050"/>
            </a:xfrm>
            <a:custGeom>
              <a:rect b="b" l="l" r="r" t="t"/>
              <a:pathLst>
                <a:path extrusionOk="0" h="466725" w="466725">
                  <a:moveTo>
                    <a:pt x="466343" y="0"/>
                  </a:moveTo>
                  <a:lnTo>
                    <a:pt x="0" y="0"/>
                  </a:lnTo>
                  <a:lnTo>
                    <a:pt x="0" y="466344"/>
                  </a:lnTo>
                  <a:lnTo>
                    <a:pt x="466343" y="466344"/>
                  </a:lnTo>
                  <a:lnTo>
                    <a:pt x="466343" y="0"/>
                  </a:lnTo>
                  <a:close/>
                </a:path>
              </a:pathLst>
            </a:custGeom>
            <a:solidFill>
              <a:srgbClr val="1E69D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18"/>
                <a:buFont typeface="Arial"/>
                <a:buNone/>
              </a:pPr>
              <a:r>
                <a:t/>
              </a:r>
              <a:endParaRPr b="0" i="0" sz="111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5" name="Google Shape;455;p79"/>
            <p:cNvGrpSpPr/>
            <p:nvPr/>
          </p:nvGrpSpPr>
          <p:grpSpPr>
            <a:xfrm>
              <a:off x="1358191" y="3515952"/>
              <a:ext cx="99757" cy="398626"/>
              <a:chOff x="5071420" y="1868300"/>
              <a:chExt cx="192135" cy="767769"/>
            </a:xfrm>
          </p:grpSpPr>
          <p:sp>
            <p:nvSpPr>
              <p:cNvPr id="456" name="Google Shape;456;p79"/>
              <p:cNvSpPr/>
              <p:nvPr/>
            </p:nvSpPr>
            <p:spPr>
              <a:xfrm>
                <a:off x="5071420" y="2056917"/>
                <a:ext cx="192135" cy="200303"/>
              </a:xfrm>
              <a:custGeom>
                <a:rect b="b" l="l" r="r" t="t"/>
                <a:pathLst>
                  <a:path extrusionOk="0" h="155575" w="155575">
                    <a:moveTo>
                      <a:pt x="155448" y="0"/>
                    </a:moveTo>
                    <a:lnTo>
                      <a:pt x="0" y="0"/>
                    </a:lnTo>
                    <a:lnTo>
                      <a:pt x="0" y="155448"/>
                    </a:lnTo>
                    <a:lnTo>
                      <a:pt x="155448" y="155448"/>
                    </a:lnTo>
                    <a:lnTo>
                      <a:pt x="155448" y="0"/>
                    </a:lnTo>
                    <a:close/>
                  </a:path>
                </a:pathLst>
              </a:custGeom>
              <a:solidFill>
                <a:srgbClr val="69A6EA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18"/>
                  <a:buFont typeface="Arial"/>
                  <a:buNone/>
                </a:pPr>
                <a:r>
                  <a:t/>
                </a:r>
                <a:endParaRPr b="0" i="0" sz="1118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7" name="Google Shape;457;p79"/>
              <p:cNvSpPr/>
              <p:nvPr/>
            </p:nvSpPr>
            <p:spPr>
              <a:xfrm>
                <a:off x="5071420" y="2252393"/>
                <a:ext cx="192135" cy="192135"/>
              </a:xfrm>
              <a:custGeom>
                <a:rect b="b" l="l" r="r" t="t"/>
                <a:pathLst>
                  <a:path extrusionOk="0" h="155575" w="155575">
                    <a:moveTo>
                      <a:pt x="155448" y="0"/>
                    </a:moveTo>
                    <a:lnTo>
                      <a:pt x="0" y="0"/>
                    </a:lnTo>
                    <a:lnTo>
                      <a:pt x="0" y="155448"/>
                    </a:lnTo>
                    <a:lnTo>
                      <a:pt x="155448" y="155448"/>
                    </a:lnTo>
                    <a:lnTo>
                      <a:pt x="155448" y="0"/>
                    </a:lnTo>
                    <a:close/>
                  </a:path>
                </a:pathLst>
              </a:custGeom>
              <a:solidFill>
                <a:srgbClr val="9CC3F1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18"/>
                  <a:buFont typeface="Arial"/>
                  <a:buNone/>
                </a:pPr>
                <a:r>
                  <a:t/>
                </a:r>
                <a:endParaRPr b="0" i="0" sz="1118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8" name="Google Shape;458;p79"/>
              <p:cNvSpPr/>
              <p:nvPr/>
            </p:nvSpPr>
            <p:spPr>
              <a:xfrm>
                <a:off x="5071420" y="2443934"/>
                <a:ext cx="192135" cy="192135"/>
              </a:xfrm>
              <a:custGeom>
                <a:rect b="b" l="l" r="r" t="t"/>
                <a:pathLst>
                  <a:path extrusionOk="0" h="155575" w="155575">
                    <a:moveTo>
                      <a:pt x="155448" y="0"/>
                    </a:moveTo>
                    <a:lnTo>
                      <a:pt x="0" y="0"/>
                    </a:lnTo>
                    <a:lnTo>
                      <a:pt x="0" y="155448"/>
                    </a:lnTo>
                    <a:lnTo>
                      <a:pt x="155448" y="155448"/>
                    </a:lnTo>
                    <a:lnTo>
                      <a:pt x="155448" y="0"/>
                    </a:lnTo>
                    <a:close/>
                  </a:path>
                </a:pathLst>
              </a:custGeom>
              <a:solidFill>
                <a:srgbClr val="D2E1F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18"/>
                  <a:buFont typeface="Arial"/>
                  <a:buNone/>
                </a:pPr>
                <a:r>
                  <a:t/>
                </a:r>
                <a:endParaRPr b="0" i="0" sz="1118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9" name="Google Shape;459;p79"/>
              <p:cNvSpPr/>
              <p:nvPr/>
            </p:nvSpPr>
            <p:spPr>
              <a:xfrm>
                <a:off x="5071420" y="1868300"/>
                <a:ext cx="192135" cy="192135"/>
              </a:xfrm>
              <a:custGeom>
                <a:rect b="b" l="l" r="r" t="t"/>
                <a:pathLst>
                  <a:path extrusionOk="0" h="155575" w="155575">
                    <a:moveTo>
                      <a:pt x="155448" y="0"/>
                    </a:moveTo>
                    <a:lnTo>
                      <a:pt x="0" y="0"/>
                    </a:lnTo>
                    <a:lnTo>
                      <a:pt x="0" y="155448"/>
                    </a:lnTo>
                    <a:lnTo>
                      <a:pt x="155448" y="155448"/>
                    </a:lnTo>
                    <a:lnTo>
                      <a:pt x="155448" y="0"/>
                    </a:lnTo>
                    <a:close/>
                  </a:path>
                </a:pathLst>
              </a:custGeom>
              <a:solidFill>
                <a:srgbClr val="2F87E2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18"/>
                  <a:buFont typeface="Arial"/>
                  <a:buNone/>
                </a:pPr>
                <a:r>
                  <a:t/>
                </a:r>
                <a:endParaRPr b="0" i="0" sz="1118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60" name="Google Shape;460;p79"/>
          <p:cNvSpPr txBox="1"/>
          <p:nvPr>
            <p:ph type="title"/>
          </p:nvPr>
        </p:nvSpPr>
        <p:spPr>
          <a:xfrm>
            <a:off x="274325" y="247400"/>
            <a:ext cx="85548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Google Slides Instructions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5" name="Google Shape;465;p80"/>
          <p:cNvGraphicFramePr/>
          <p:nvPr/>
        </p:nvGraphicFramePr>
        <p:xfrm>
          <a:off x="313185" y="333229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{3C155CCA-51D1-4726-97A2-25327AC84BCE}</a:tableStyleId>
              </a:tblPr>
              <a:tblGrid>
                <a:gridCol w="839675"/>
              </a:tblGrid>
              <a:tr h="221375">
                <a:tc row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1" lang="en" sz="75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Soft Tan</a:t>
                      </a:r>
                      <a:endParaRPr sz="750" u="none" cap="none" strike="noStrike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750" u="none" cap="none" strike="noStrike">
                          <a:solidFill>
                            <a:srgbClr val="231F2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242 / 233 / 195</a:t>
                      </a:r>
                      <a:endParaRPr sz="750" u="none" cap="none" strike="noStrike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75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#</a:t>
                      </a:r>
                      <a:r>
                        <a:rPr lang="en" sz="750" u="none" cap="none" strike="noStrike">
                          <a:solidFill>
                            <a:srgbClr val="231F2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f2e9c3</a:t>
                      </a:r>
                      <a:endParaRPr sz="750" u="none" cap="none" strike="noStrike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64000" marR="0" marL="64000" anchor="b">
                    <a:lnL cap="flat" cmpd="sng" w="152400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9C3"/>
                    </a:solidFill>
                  </a:tcPr>
                </a:tc>
              </a:tr>
              <a:tr h="221375">
                <a:tc vMerge="1"/>
              </a:tr>
              <a:tr h="221375">
                <a:tc vMerge="1"/>
              </a:tr>
            </a:tbl>
          </a:graphicData>
        </a:graphic>
      </p:graphicFrame>
      <p:graphicFrame>
        <p:nvGraphicFramePr>
          <p:cNvPr id="466" name="Google Shape;466;p80"/>
          <p:cNvGraphicFramePr/>
          <p:nvPr/>
        </p:nvGraphicFramePr>
        <p:xfrm>
          <a:off x="1747650" y="333229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{3C155CCA-51D1-4726-97A2-25327AC84BCE}</a:tableStyleId>
              </a:tblPr>
              <a:tblGrid>
                <a:gridCol w="839675"/>
              </a:tblGrid>
              <a:tr h="221375">
                <a:tc row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1" lang="en" sz="75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Soft Orange</a:t>
                      </a:r>
                      <a:endParaRPr sz="75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75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213 / 122 / 101</a:t>
                      </a:r>
                      <a:endParaRPr sz="75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75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#d57a65</a:t>
                      </a:r>
                      <a:endParaRPr sz="75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64000" marR="0" marL="64000" anchor="b">
                    <a:lnL cap="flat" cmpd="sng" w="152400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7A65"/>
                    </a:solidFill>
                  </a:tcPr>
                </a:tc>
              </a:tr>
              <a:tr h="221375">
                <a:tc vMerge="1"/>
              </a:tr>
              <a:tr h="221375">
                <a:tc vMerge="1"/>
              </a:tr>
            </a:tbl>
          </a:graphicData>
        </a:graphic>
      </p:graphicFrame>
      <p:graphicFrame>
        <p:nvGraphicFramePr>
          <p:cNvPr id="467" name="Google Shape;467;p80"/>
          <p:cNvGraphicFramePr/>
          <p:nvPr/>
        </p:nvGraphicFramePr>
        <p:xfrm>
          <a:off x="3182115" y="333229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{3C155CCA-51D1-4726-97A2-25327AC84BCE}</a:tableStyleId>
              </a:tblPr>
              <a:tblGrid>
                <a:gridCol w="839675"/>
              </a:tblGrid>
              <a:tr h="221375">
                <a:tc row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1" lang="en" sz="75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Soft Gold</a:t>
                      </a:r>
                      <a:endParaRPr sz="750" u="none" cap="none" strike="noStrike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750" u="none" cap="none" strike="noStrike">
                          <a:solidFill>
                            <a:srgbClr val="231F2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255 / 207 / 115</a:t>
                      </a:r>
                      <a:endParaRPr sz="750" u="none" cap="none" strike="noStrike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75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#</a:t>
                      </a:r>
                      <a:r>
                        <a:rPr lang="en" sz="750" u="none" cap="none" strike="noStrike">
                          <a:solidFill>
                            <a:srgbClr val="231F2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ffcf73</a:t>
                      </a:r>
                      <a:endParaRPr sz="750" u="none" cap="none" strike="noStrike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64000" marR="0" marL="64000" anchor="b">
                    <a:lnL cap="flat" cmpd="sng" w="152400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F73"/>
                    </a:solidFill>
                  </a:tcPr>
                </a:tc>
              </a:tr>
              <a:tr h="221375">
                <a:tc vMerge="1"/>
              </a:tr>
              <a:tr h="221375">
                <a:tc vMerge="1"/>
              </a:tr>
            </a:tbl>
          </a:graphicData>
        </a:graphic>
      </p:graphicFrame>
      <p:graphicFrame>
        <p:nvGraphicFramePr>
          <p:cNvPr id="468" name="Google Shape;468;p80"/>
          <p:cNvGraphicFramePr/>
          <p:nvPr/>
        </p:nvGraphicFramePr>
        <p:xfrm>
          <a:off x="4616580" y="333229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{3C155CCA-51D1-4726-97A2-25327AC84BCE}</a:tableStyleId>
              </a:tblPr>
              <a:tblGrid>
                <a:gridCol w="839675"/>
              </a:tblGrid>
              <a:tr h="221375">
                <a:tc row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1" lang="en" sz="75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Soft Blue</a:t>
                      </a:r>
                      <a:endParaRPr sz="750" u="none" cap="none" strike="noStrike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750" u="none" cap="none" strike="noStrike">
                          <a:solidFill>
                            <a:srgbClr val="231F2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148 / 183 / 213</a:t>
                      </a:r>
                      <a:endParaRPr sz="750" u="none" cap="none" strike="noStrike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75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#</a:t>
                      </a:r>
                      <a:r>
                        <a:rPr lang="en" sz="750" u="none" cap="none" strike="noStrike">
                          <a:solidFill>
                            <a:srgbClr val="231F2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94b7d5</a:t>
                      </a:r>
                      <a:endParaRPr sz="750" u="none" cap="none" strike="noStrike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64000" marR="0" marL="64000" anchor="b">
                    <a:lnL cap="flat" cmpd="sng" w="152400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4B7D5"/>
                    </a:solidFill>
                  </a:tcPr>
                </a:tc>
              </a:tr>
              <a:tr h="221375">
                <a:tc vMerge="1"/>
              </a:tr>
              <a:tr h="221375">
                <a:tc vMerge="1"/>
              </a:tr>
            </a:tbl>
          </a:graphicData>
        </a:graphic>
      </p:graphicFrame>
      <p:graphicFrame>
        <p:nvGraphicFramePr>
          <p:cNvPr id="469" name="Google Shape;469;p80"/>
          <p:cNvGraphicFramePr/>
          <p:nvPr/>
        </p:nvGraphicFramePr>
        <p:xfrm>
          <a:off x="6051045" y="333229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{3C155CCA-51D1-4726-97A2-25327AC84BCE}</a:tableStyleId>
              </a:tblPr>
              <a:tblGrid>
                <a:gridCol w="839700"/>
              </a:tblGrid>
              <a:tr h="221375">
                <a:tc row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1" lang="en" sz="75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Soft Violet</a:t>
                      </a:r>
                      <a:endParaRPr sz="750" u="none" cap="none" strike="noStrike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750" u="none" cap="none" strike="noStrike">
                          <a:solidFill>
                            <a:srgbClr val="231F2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198 / 127 / 173</a:t>
                      </a:r>
                      <a:endParaRPr sz="750" u="none" cap="none" strike="noStrike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75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#</a:t>
                      </a:r>
                      <a:r>
                        <a:rPr lang="en" sz="750" u="none" cap="none" strike="noStrike">
                          <a:solidFill>
                            <a:srgbClr val="231F2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c67fad</a:t>
                      </a:r>
                      <a:endParaRPr sz="750" u="none" cap="none" strike="noStrike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64000" marR="0" marL="64000" anchor="b">
                    <a:lnL cap="flat" cmpd="sng" w="152400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67FAD"/>
                    </a:solidFill>
                  </a:tcPr>
                </a:tc>
              </a:tr>
              <a:tr h="221375">
                <a:tc vMerge="1"/>
              </a:tr>
              <a:tr h="221375">
                <a:tc vMerge="1"/>
              </a:tr>
            </a:tbl>
          </a:graphicData>
        </a:graphic>
      </p:graphicFrame>
      <p:graphicFrame>
        <p:nvGraphicFramePr>
          <p:cNvPr id="470" name="Google Shape;470;p80"/>
          <p:cNvGraphicFramePr/>
          <p:nvPr/>
        </p:nvGraphicFramePr>
        <p:xfrm>
          <a:off x="7485510" y="333229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{3C155CCA-51D1-4726-97A2-25327AC84BCE}</a:tableStyleId>
              </a:tblPr>
              <a:tblGrid>
                <a:gridCol w="839675"/>
              </a:tblGrid>
              <a:tr h="221375">
                <a:tc row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1" lang="en" sz="75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Soft Green</a:t>
                      </a:r>
                      <a:endParaRPr sz="750" u="none" cap="none" strike="noStrike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750" u="none" cap="none" strike="noStrike">
                          <a:solidFill>
                            <a:srgbClr val="231F2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150 / 193 / 163</a:t>
                      </a:r>
                      <a:endParaRPr sz="750" u="none" cap="none" strike="noStrike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75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#</a:t>
                      </a:r>
                      <a:r>
                        <a:rPr lang="en" sz="750" u="none" cap="none" strike="noStrike">
                          <a:solidFill>
                            <a:srgbClr val="231F2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96c1a3</a:t>
                      </a:r>
                      <a:endParaRPr sz="750" u="none" cap="none" strike="noStrike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64000" marR="0" marL="64000" anchor="b">
                    <a:lnL cap="flat" cmpd="sng" w="152400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6C1A3"/>
                    </a:solidFill>
                  </a:tcPr>
                </a:tc>
              </a:tr>
              <a:tr h="221375">
                <a:tc vMerge="1"/>
              </a:tr>
              <a:tr h="221375">
                <a:tc vMerge="1"/>
              </a:tr>
            </a:tbl>
          </a:graphicData>
        </a:graphic>
      </p:graphicFrame>
      <p:graphicFrame>
        <p:nvGraphicFramePr>
          <p:cNvPr id="471" name="Google Shape;471;p80"/>
          <p:cNvGraphicFramePr/>
          <p:nvPr/>
        </p:nvGraphicFramePr>
        <p:xfrm>
          <a:off x="1617665" y="151564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{3C155CCA-51D1-4726-97A2-25327AC84BCE}</a:tableStyleId>
              </a:tblPr>
              <a:tblGrid>
                <a:gridCol w="1174250"/>
                <a:gridCol w="367950"/>
                <a:gridCol w="753300"/>
              </a:tblGrid>
              <a:tr h="268575">
                <a:tc rowSpan="4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8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Ascension </a:t>
                      </a:r>
                      <a:br>
                        <a:rPr b="1" lang="en" sz="8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b="1" lang="en" sz="8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Medium Blue</a:t>
                      </a:r>
                      <a:endParaRPr sz="8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30 / 105 / 210</a:t>
                      </a:r>
                      <a:endParaRPr sz="8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#1e69d2</a:t>
                      </a:r>
                      <a:endParaRPr sz="8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91425" marR="0" marL="91425" anchor="b">
                    <a:lnL cap="flat" cmpd="sng" w="1524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69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8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80%</a:t>
                      </a:r>
                      <a:endParaRPr b="1" sz="8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0" marB="0" marR="0" marL="91425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87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#4b87db</a:t>
                      </a:r>
                      <a:endParaRPr sz="8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0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524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87E2"/>
                    </a:solidFill>
                  </a:tcPr>
                </a:tc>
              </a:tr>
              <a:tr h="2685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8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60%</a:t>
                      </a:r>
                      <a:endParaRPr b="1" sz="8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9A6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#78a5e4</a:t>
                      </a:r>
                      <a:endParaRPr sz="8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0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524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9A6EA"/>
                    </a:solidFill>
                  </a:tcPr>
                </a:tc>
              </a:tr>
              <a:tr h="2685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8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40%</a:t>
                      </a:r>
                      <a:endParaRPr b="1" sz="8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CC3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#a5c3ed 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0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524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CC3F1"/>
                    </a:solidFill>
                  </a:tcPr>
                </a:tc>
              </a:tr>
              <a:tr h="2685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8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20%</a:t>
                      </a:r>
                      <a:endParaRPr b="1" sz="8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E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#d2e1f6 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0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524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E2F8"/>
                    </a:solidFill>
                  </a:tcPr>
                </a:tc>
              </a:tr>
            </a:tbl>
          </a:graphicData>
        </a:graphic>
      </p:graphicFrame>
      <p:sp>
        <p:nvSpPr>
          <p:cNvPr id="472" name="Google Shape;472;p80"/>
          <p:cNvSpPr txBox="1"/>
          <p:nvPr/>
        </p:nvSpPr>
        <p:spPr>
          <a:xfrm>
            <a:off x="304699" y="1156470"/>
            <a:ext cx="2120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231F20"/>
                </a:solidFill>
                <a:latin typeface="Roboto"/>
                <a:ea typeface="Roboto"/>
                <a:cs typeface="Roboto"/>
                <a:sym typeface="Roboto"/>
              </a:rPr>
              <a:t>PRIMARY PALETTE </a:t>
            </a:r>
            <a:endParaRPr b="1" i="0" sz="800" u="none" cap="none" strike="noStrike">
              <a:solidFill>
                <a:srgbClr val="231F2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231F20"/>
                </a:solidFill>
                <a:latin typeface="Roboto"/>
                <a:ea typeface="Roboto"/>
                <a:cs typeface="Roboto"/>
                <a:sym typeface="Roboto"/>
              </a:rPr>
              <a:t>Assigned monochromatic tint values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473" name="Google Shape;473;p80"/>
          <p:cNvGraphicFramePr/>
          <p:nvPr/>
        </p:nvGraphicFramePr>
        <p:xfrm>
          <a:off x="4070985" y="151564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{3C155CCA-51D1-4726-97A2-25327AC84BCE}</a:tableStyleId>
              </a:tblPr>
              <a:tblGrid>
                <a:gridCol w="1147950"/>
                <a:gridCol w="389350"/>
                <a:gridCol w="758250"/>
              </a:tblGrid>
              <a:tr h="268575">
                <a:tc rowSpan="4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8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Ascension </a:t>
                      </a:r>
                      <a:br>
                        <a:rPr b="1" lang="en" sz="8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b="1" lang="en" sz="8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Violet</a:t>
                      </a:r>
                      <a:endParaRPr sz="8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180 / 15 / 135</a:t>
                      </a:r>
                      <a:endParaRPr sz="8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#b40f87</a:t>
                      </a:r>
                      <a:endParaRPr b="1" sz="8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91425" marR="0" marL="91425" anchor="b">
                    <a:lnL cap="flat" cmpd="sng" w="1524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8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80%</a:t>
                      </a:r>
                      <a:endParaRPr b="1" sz="8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245A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#c245a9</a:t>
                      </a:r>
                      <a:endParaRPr sz="8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524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245A9"/>
                    </a:solidFill>
                  </a:tcPr>
                </a:tc>
              </a:tr>
              <a:tr h="2685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8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60%</a:t>
                      </a:r>
                      <a:endParaRPr b="1" sz="8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476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#c57bbc</a:t>
                      </a:r>
                      <a:endParaRPr sz="8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524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476C0"/>
                    </a:solidFill>
                  </a:tcPr>
                </a:tc>
              </a:tr>
              <a:tr h="2685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8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40%</a:t>
                      </a:r>
                      <a:endParaRPr b="1" sz="8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A3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#d9a7d2 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524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A3D5"/>
                    </a:solidFill>
                  </a:tcPr>
                </a:tc>
              </a:tr>
              <a:tr h="2685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8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20%</a:t>
                      </a:r>
                      <a:endParaRPr b="1" sz="8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D2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#ecd3e9 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524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D2E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74" name="Google Shape;474;p80"/>
          <p:cNvGraphicFramePr/>
          <p:nvPr/>
        </p:nvGraphicFramePr>
        <p:xfrm>
          <a:off x="6524331" y="151564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{3C155CCA-51D1-4726-97A2-25327AC84BCE}</a:tableStyleId>
              </a:tblPr>
              <a:tblGrid>
                <a:gridCol w="1146325"/>
                <a:gridCol w="383400"/>
                <a:gridCol w="757300"/>
              </a:tblGrid>
              <a:tr h="268575">
                <a:tc rowSpan="4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8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Ascension </a:t>
                      </a:r>
                      <a:br>
                        <a:rPr b="1" lang="en" sz="8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b="1" lang="en" sz="8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Green</a:t>
                      </a:r>
                      <a:endParaRPr sz="8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 / 148 / 152</a:t>
                      </a:r>
                      <a:endParaRPr sz="8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#009498</a:t>
                      </a:r>
                      <a:endParaRPr b="1" sz="8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91425" marR="0" marL="91425" anchor="b">
                    <a:lnL cap="flat" cmpd="sng" w="1524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8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80%</a:t>
                      </a:r>
                      <a:endParaRPr b="1" sz="8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3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AC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#33a9ad </a:t>
                      </a:r>
                      <a:r>
                        <a:rPr b="1" lang="en" sz="8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 b="1" sz="8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524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3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ACAF"/>
                    </a:solidFill>
                  </a:tcPr>
                </a:tc>
              </a:tr>
              <a:tr h="2685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8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60%</a:t>
                      </a:r>
                      <a:endParaRPr b="1" sz="8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2C2C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#66bfc1  </a:t>
                      </a:r>
                      <a:endParaRPr sz="8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524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2C2C2"/>
                    </a:solidFill>
                  </a:tcPr>
                </a:tc>
              </a:tr>
              <a:tr h="2685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8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40%</a:t>
                      </a:r>
                      <a:endParaRPr b="1" sz="8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D6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#99d4d6 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524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D6D7"/>
                    </a:solidFill>
                  </a:tcPr>
                </a:tc>
              </a:tr>
              <a:tr h="2685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8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20%</a:t>
                      </a:r>
                      <a:endParaRPr b="1" sz="8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3EB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#cceaea   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524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3EBEB"/>
                    </a:solidFill>
                  </a:tcPr>
                </a:tc>
              </a:tr>
            </a:tbl>
          </a:graphicData>
        </a:graphic>
      </p:graphicFrame>
      <p:sp>
        <p:nvSpPr>
          <p:cNvPr id="475" name="Google Shape;475;p80"/>
          <p:cNvSpPr txBox="1"/>
          <p:nvPr/>
        </p:nvSpPr>
        <p:spPr>
          <a:xfrm>
            <a:off x="304730" y="2971613"/>
            <a:ext cx="3292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231F20"/>
                </a:solidFill>
                <a:latin typeface="Roboto"/>
                <a:ea typeface="Roboto"/>
                <a:cs typeface="Roboto"/>
                <a:sym typeface="Roboto"/>
              </a:rPr>
              <a:t>SECONDARY PALETTE</a:t>
            </a:r>
            <a:endParaRPr b="1" i="0" sz="800" u="none" cap="none" strike="noStrike">
              <a:solidFill>
                <a:srgbClr val="231F2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231F20"/>
                </a:solidFill>
                <a:latin typeface="Roboto"/>
                <a:ea typeface="Roboto"/>
                <a:cs typeface="Roboto"/>
                <a:sym typeface="Roboto"/>
              </a:rPr>
              <a:t>Unassigned monochromatic tint values</a:t>
            </a:r>
            <a:endParaRPr b="0" i="0" sz="800" u="none" cap="none" strike="noStrike">
              <a:solidFill>
                <a:srgbClr val="231F2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6" name="Google Shape;476;p80"/>
          <p:cNvSpPr txBox="1"/>
          <p:nvPr>
            <p:ph type="title"/>
          </p:nvPr>
        </p:nvSpPr>
        <p:spPr>
          <a:xfrm>
            <a:off x="313175" y="247400"/>
            <a:ext cx="85548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Ascension Brand Colors</a:t>
            </a:r>
            <a:endParaRPr/>
          </a:p>
        </p:txBody>
      </p:sp>
      <p:sp>
        <p:nvSpPr>
          <p:cNvPr id="477" name="Google Shape;477;p80"/>
          <p:cNvSpPr txBox="1"/>
          <p:nvPr/>
        </p:nvSpPr>
        <p:spPr>
          <a:xfrm>
            <a:off x="293760" y="799186"/>
            <a:ext cx="446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231F20"/>
                </a:solidFill>
                <a:latin typeface="Roboto"/>
                <a:ea typeface="Roboto"/>
                <a:cs typeface="Roboto"/>
                <a:sym typeface="Roboto"/>
              </a:rPr>
              <a:t>Color</a:t>
            </a:r>
            <a:endParaRPr b="1" i="0" sz="13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78" name="Google Shape;478;p80"/>
          <p:cNvCxnSpPr/>
          <p:nvPr/>
        </p:nvCxnSpPr>
        <p:spPr>
          <a:xfrm>
            <a:off x="772945" y="908831"/>
            <a:ext cx="8031900" cy="0"/>
          </a:xfrm>
          <a:prstGeom prst="straightConnector1">
            <a:avLst/>
          </a:prstGeom>
          <a:noFill/>
          <a:ln cap="flat" cmpd="sng" w="19050">
            <a:solidFill>
              <a:srgbClr val="EBEB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9" name="Google Shape;479;p80"/>
          <p:cNvSpPr/>
          <p:nvPr/>
        </p:nvSpPr>
        <p:spPr>
          <a:xfrm>
            <a:off x="304700" y="1515476"/>
            <a:ext cx="1155144" cy="1074634"/>
          </a:xfrm>
          <a:custGeom>
            <a:rect b="b" l="l" r="r" t="t"/>
            <a:pathLst>
              <a:path extrusionOk="0" h="466725" w="466725">
                <a:moveTo>
                  <a:pt x="466344" y="0"/>
                </a:moveTo>
                <a:lnTo>
                  <a:pt x="0" y="0"/>
                </a:lnTo>
                <a:lnTo>
                  <a:pt x="0" y="466344"/>
                </a:lnTo>
                <a:lnTo>
                  <a:pt x="466344" y="466344"/>
                </a:lnTo>
                <a:lnTo>
                  <a:pt x="466344" y="0"/>
                </a:lnTo>
                <a:close/>
              </a:path>
            </a:pathLst>
          </a:custGeom>
          <a:solidFill>
            <a:srgbClr val="1B4297"/>
          </a:solidFill>
          <a:ln>
            <a:noFill/>
          </a:ln>
        </p:spPr>
        <p:txBody>
          <a:bodyPr anchorCtr="0" anchor="b" bIns="91425" lIns="91425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Ascension </a:t>
            </a:r>
            <a:endParaRPr b="1" i="0" sz="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Blue</a:t>
            </a:r>
            <a:endParaRPr b="1" i="0" sz="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27 / 66 / 151</a:t>
            </a:r>
            <a:endParaRPr b="0" i="0" sz="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#1b4297</a:t>
            </a:r>
            <a:endParaRPr b="0" i="0" sz="1118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81"/>
          <p:cNvSpPr txBox="1"/>
          <p:nvPr>
            <p:ph type="title"/>
          </p:nvPr>
        </p:nvSpPr>
        <p:spPr>
          <a:xfrm>
            <a:off x="965400" y="0"/>
            <a:ext cx="7213200" cy="2337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6000"/>
              <a:t>Covers</a:t>
            </a:r>
            <a:endParaRPr sz="6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82"/>
          <p:cNvSpPr txBox="1"/>
          <p:nvPr>
            <p:ph type="title"/>
          </p:nvPr>
        </p:nvSpPr>
        <p:spPr>
          <a:xfrm>
            <a:off x="454501" y="710850"/>
            <a:ext cx="81768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  <p:sp>
        <p:nvSpPr>
          <p:cNvPr id="490" name="Google Shape;490;p82"/>
          <p:cNvSpPr txBox="1"/>
          <p:nvPr>
            <p:ph idx="1" type="subTitle"/>
          </p:nvPr>
        </p:nvSpPr>
        <p:spPr>
          <a:xfrm>
            <a:off x="454505" y="1397075"/>
            <a:ext cx="81768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83"/>
          <p:cNvSpPr txBox="1"/>
          <p:nvPr>
            <p:ph type="title"/>
          </p:nvPr>
        </p:nvSpPr>
        <p:spPr>
          <a:xfrm>
            <a:off x="454501" y="710850"/>
            <a:ext cx="81768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  <p:sp>
        <p:nvSpPr>
          <p:cNvPr id="496" name="Google Shape;496;p83"/>
          <p:cNvSpPr txBox="1"/>
          <p:nvPr>
            <p:ph idx="1" type="subTitle"/>
          </p:nvPr>
        </p:nvSpPr>
        <p:spPr>
          <a:xfrm>
            <a:off x="454505" y="1397075"/>
            <a:ext cx="81768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84"/>
          <p:cNvSpPr txBox="1"/>
          <p:nvPr>
            <p:ph type="title"/>
          </p:nvPr>
        </p:nvSpPr>
        <p:spPr>
          <a:xfrm>
            <a:off x="454501" y="710850"/>
            <a:ext cx="81768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  <p:sp>
        <p:nvSpPr>
          <p:cNvPr id="502" name="Google Shape;502;p84"/>
          <p:cNvSpPr txBox="1"/>
          <p:nvPr>
            <p:ph idx="1" type="subTitle"/>
          </p:nvPr>
        </p:nvSpPr>
        <p:spPr>
          <a:xfrm>
            <a:off x="454505" y="1397075"/>
            <a:ext cx="81768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85"/>
          <p:cNvSpPr txBox="1"/>
          <p:nvPr>
            <p:ph type="title"/>
          </p:nvPr>
        </p:nvSpPr>
        <p:spPr>
          <a:xfrm>
            <a:off x="454501" y="710850"/>
            <a:ext cx="81768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  <p:sp>
        <p:nvSpPr>
          <p:cNvPr id="508" name="Google Shape;508;p85"/>
          <p:cNvSpPr txBox="1"/>
          <p:nvPr>
            <p:ph idx="1" type="subTitle"/>
          </p:nvPr>
        </p:nvSpPr>
        <p:spPr>
          <a:xfrm>
            <a:off x="454505" y="1397075"/>
            <a:ext cx="81768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86"/>
          <p:cNvSpPr txBox="1"/>
          <p:nvPr>
            <p:ph type="title"/>
          </p:nvPr>
        </p:nvSpPr>
        <p:spPr>
          <a:xfrm>
            <a:off x="454501" y="710850"/>
            <a:ext cx="81768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  <p:sp>
        <p:nvSpPr>
          <p:cNvPr id="514" name="Google Shape;514;p86"/>
          <p:cNvSpPr txBox="1"/>
          <p:nvPr>
            <p:ph idx="1" type="subTitle"/>
          </p:nvPr>
        </p:nvSpPr>
        <p:spPr>
          <a:xfrm>
            <a:off x="454505" y="1397075"/>
            <a:ext cx="81768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87"/>
          <p:cNvSpPr txBox="1"/>
          <p:nvPr>
            <p:ph type="title"/>
          </p:nvPr>
        </p:nvSpPr>
        <p:spPr>
          <a:xfrm>
            <a:off x="454501" y="710850"/>
            <a:ext cx="81768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  <p:sp>
        <p:nvSpPr>
          <p:cNvPr id="520" name="Google Shape;520;p87"/>
          <p:cNvSpPr txBox="1"/>
          <p:nvPr>
            <p:ph idx="1" type="subTitle"/>
          </p:nvPr>
        </p:nvSpPr>
        <p:spPr>
          <a:xfrm>
            <a:off x="454505" y="1397075"/>
            <a:ext cx="81768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88"/>
          <p:cNvSpPr txBox="1"/>
          <p:nvPr>
            <p:ph type="title"/>
          </p:nvPr>
        </p:nvSpPr>
        <p:spPr>
          <a:xfrm>
            <a:off x="454501" y="710850"/>
            <a:ext cx="81768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  <p:sp>
        <p:nvSpPr>
          <p:cNvPr id="526" name="Google Shape;526;p88"/>
          <p:cNvSpPr txBox="1"/>
          <p:nvPr>
            <p:ph idx="1" type="subTitle"/>
          </p:nvPr>
        </p:nvSpPr>
        <p:spPr>
          <a:xfrm>
            <a:off x="454505" y="1397075"/>
            <a:ext cx="81768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89"/>
          <p:cNvSpPr txBox="1"/>
          <p:nvPr>
            <p:ph type="title"/>
          </p:nvPr>
        </p:nvSpPr>
        <p:spPr>
          <a:xfrm>
            <a:off x="454501" y="710850"/>
            <a:ext cx="81768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  <p:sp>
        <p:nvSpPr>
          <p:cNvPr id="532" name="Google Shape;532;p89"/>
          <p:cNvSpPr txBox="1"/>
          <p:nvPr>
            <p:ph idx="1" type="subTitle"/>
          </p:nvPr>
        </p:nvSpPr>
        <p:spPr>
          <a:xfrm>
            <a:off x="454505" y="1397075"/>
            <a:ext cx="81768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90"/>
          <p:cNvSpPr txBox="1"/>
          <p:nvPr>
            <p:ph type="title"/>
          </p:nvPr>
        </p:nvSpPr>
        <p:spPr>
          <a:xfrm>
            <a:off x="454501" y="710850"/>
            <a:ext cx="81768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  <p:sp>
        <p:nvSpPr>
          <p:cNvPr id="538" name="Google Shape;538;p90"/>
          <p:cNvSpPr txBox="1"/>
          <p:nvPr>
            <p:ph idx="1" type="subTitle"/>
          </p:nvPr>
        </p:nvSpPr>
        <p:spPr>
          <a:xfrm>
            <a:off x="454505" y="1397075"/>
            <a:ext cx="81768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91"/>
          <p:cNvSpPr txBox="1"/>
          <p:nvPr>
            <p:ph type="title"/>
          </p:nvPr>
        </p:nvSpPr>
        <p:spPr>
          <a:xfrm>
            <a:off x="454501" y="710850"/>
            <a:ext cx="81768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  <p:sp>
        <p:nvSpPr>
          <p:cNvPr id="544" name="Google Shape;544;p91"/>
          <p:cNvSpPr txBox="1"/>
          <p:nvPr>
            <p:ph idx="1" type="subTitle"/>
          </p:nvPr>
        </p:nvSpPr>
        <p:spPr>
          <a:xfrm>
            <a:off x="454505" y="1397075"/>
            <a:ext cx="81768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92"/>
          <p:cNvSpPr txBox="1"/>
          <p:nvPr>
            <p:ph type="title"/>
          </p:nvPr>
        </p:nvSpPr>
        <p:spPr>
          <a:xfrm>
            <a:off x="454501" y="710850"/>
            <a:ext cx="81768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  <p:sp>
        <p:nvSpPr>
          <p:cNvPr id="550" name="Google Shape;550;p92"/>
          <p:cNvSpPr txBox="1"/>
          <p:nvPr>
            <p:ph idx="1" type="subTitle"/>
          </p:nvPr>
        </p:nvSpPr>
        <p:spPr>
          <a:xfrm>
            <a:off x="454505" y="1397075"/>
            <a:ext cx="81768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93"/>
          <p:cNvSpPr txBox="1"/>
          <p:nvPr>
            <p:ph type="title"/>
          </p:nvPr>
        </p:nvSpPr>
        <p:spPr>
          <a:xfrm>
            <a:off x="454501" y="710850"/>
            <a:ext cx="81768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  <p:sp>
        <p:nvSpPr>
          <p:cNvPr id="556" name="Google Shape;556;p93"/>
          <p:cNvSpPr txBox="1"/>
          <p:nvPr>
            <p:ph idx="1" type="subTitle"/>
          </p:nvPr>
        </p:nvSpPr>
        <p:spPr>
          <a:xfrm>
            <a:off x="454505" y="1397075"/>
            <a:ext cx="81768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94"/>
          <p:cNvSpPr txBox="1"/>
          <p:nvPr>
            <p:ph type="title"/>
          </p:nvPr>
        </p:nvSpPr>
        <p:spPr>
          <a:xfrm>
            <a:off x="454501" y="710850"/>
            <a:ext cx="81768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  <p:sp>
        <p:nvSpPr>
          <p:cNvPr id="562" name="Google Shape;562;p94"/>
          <p:cNvSpPr txBox="1"/>
          <p:nvPr>
            <p:ph idx="1" type="subTitle"/>
          </p:nvPr>
        </p:nvSpPr>
        <p:spPr>
          <a:xfrm>
            <a:off x="454505" y="1397075"/>
            <a:ext cx="81768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95"/>
          <p:cNvSpPr/>
          <p:nvPr>
            <p:ph idx="2" type="pic"/>
          </p:nvPr>
        </p:nvSpPr>
        <p:spPr>
          <a:xfrm>
            <a:off x="5477700" y="0"/>
            <a:ext cx="36663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68" name="Google Shape;568;p95"/>
          <p:cNvSpPr txBox="1"/>
          <p:nvPr>
            <p:ph type="title"/>
          </p:nvPr>
        </p:nvSpPr>
        <p:spPr>
          <a:xfrm>
            <a:off x="454501" y="710850"/>
            <a:ext cx="45591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  <p:sp>
        <p:nvSpPr>
          <p:cNvPr id="569" name="Google Shape;569;p95"/>
          <p:cNvSpPr txBox="1"/>
          <p:nvPr>
            <p:ph idx="1" type="subTitle"/>
          </p:nvPr>
        </p:nvSpPr>
        <p:spPr>
          <a:xfrm>
            <a:off x="454503" y="1397075"/>
            <a:ext cx="45591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96"/>
          <p:cNvSpPr/>
          <p:nvPr>
            <p:ph idx="2" type="pic"/>
          </p:nvPr>
        </p:nvSpPr>
        <p:spPr>
          <a:xfrm>
            <a:off x="5477700" y="0"/>
            <a:ext cx="36663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96"/>
          <p:cNvSpPr txBox="1"/>
          <p:nvPr>
            <p:ph type="title"/>
          </p:nvPr>
        </p:nvSpPr>
        <p:spPr>
          <a:xfrm>
            <a:off x="454501" y="710850"/>
            <a:ext cx="45591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  <p:sp>
        <p:nvSpPr>
          <p:cNvPr id="576" name="Google Shape;576;p96"/>
          <p:cNvSpPr txBox="1"/>
          <p:nvPr>
            <p:ph idx="1" type="subTitle"/>
          </p:nvPr>
        </p:nvSpPr>
        <p:spPr>
          <a:xfrm>
            <a:off x="454503" y="1397075"/>
            <a:ext cx="45591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97"/>
          <p:cNvSpPr/>
          <p:nvPr>
            <p:ph idx="2" type="pic"/>
          </p:nvPr>
        </p:nvSpPr>
        <p:spPr>
          <a:xfrm>
            <a:off x="5477700" y="0"/>
            <a:ext cx="36663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82" name="Google Shape;582;p97"/>
          <p:cNvSpPr txBox="1"/>
          <p:nvPr>
            <p:ph type="title"/>
          </p:nvPr>
        </p:nvSpPr>
        <p:spPr>
          <a:xfrm>
            <a:off x="454501" y="710850"/>
            <a:ext cx="45591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  <p:sp>
        <p:nvSpPr>
          <p:cNvPr id="583" name="Google Shape;583;p97"/>
          <p:cNvSpPr txBox="1"/>
          <p:nvPr>
            <p:ph idx="1" type="subTitle"/>
          </p:nvPr>
        </p:nvSpPr>
        <p:spPr>
          <a:xfrm>
            <a:off x="454503" y="1397075"/>
            <a:ext cx="45591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98"/>
          <p:cNvSpPr/>
          <p:nvPr>
            <p:ph idx="2" type="pic"/>
          </p:nvPr>
        </p:nvSpPr>
        <p:spPr>
          <a:xfrm>
            <a:off x="5477700" y="0"/>
            <a:ext cx="36663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89" name="Google Shape;589;p98"/>
          <p:cNvSpPr txBox="1"/>
          <p:nvPr>
            <p:ph type="title"/>
          </p:nvPr>
        </p:nvSpPr>
        <p:spPr>
          <a:xfrm>
            <a:off x="454501" y="710850"/>
            <a:ext cx="45591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  <p:sp>
        <p:nvSpPr>
          <p:cNvPr id="590" name="Google Shape;590;p98"/>
          <p:cNvSpPr txBox="1"/>
          <p:nvPr>
            <p:ph idx="1" type="subTitle"/>
          </p:nvPr>
        </p:nvSpPr>
        <p:spPr>
          <a:xfrm>
            <a:off x="454503" y="1397075"/>
            <a:ext cx="45591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99"/>
          <p:cNvSpPr/>
          <p:nvPr>
            <p:ph idx="2" type="pic"/>
          </p:nvPr>
        </p:nvSpPr>
        <p:spPr>
          <a:xfrm>
            <a:off x="5477700" y="0"/>
            <a:ext cx="36663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96" name="Google Shape;596;p99"/>
          <p:cNvSpPr txBox="1"/>
          <p:nvPr>
            <p:ph type="title"/>
          </p:nvPr>
        </p:nvSpPr>
        <p:spPr>
          <a:xfrm>
            <a:off x="454501" y="710850"/>
            <a:ext cx="45591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  <p:sp>
        <p:nvSpPr>
          <p:cNvPr id="597" name="Google Shape;597;p99"/>
          <p:cNvSpPr txBox="1"/>
          <p:nvPr>
            <p:ph idx="1" type="subTitle"/>
          </p:nvPr>
        </p:nvSpPr>
        <p:spPr>
          <a:xfrm>
            <a:off x="454503" y="1397075"/>
            <a:ext cx="45591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100"/>
          <p:cNvSpPr/>
          <p:nvPr>
            <p:ph idx="2" type="pic"/>
          </p:nvPr>
        </p:nvSpPr>
        <p:spPr>
          <a:xfrm>
            <a:off x="5477700" y="0"/>
            <a:ext cx="36663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03" name="Google Shape;603;p100"/>
          <p:cNvSpPr txBox="1"/>
          <p:nvPr>
            <p:ph type="title"/>
          </p:nvPr>
        </p:nvSpPr>
        <p:spPr>
          <a:xfrm>
            <a:off x="454501" y="710850"/>
            <a:ext cx="45591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  <p:sp>
        <p:nvSpPr>
          <p:cNvPr id="604" name="Google Shape;604;p100"/>
          <p:cNvSpPr txBox="1"/>
          <p:nvPr>
            <p:ph idx="1" type="subTitle"/>
          </p:nvPr>
        </p:nvSpPr>
        <p:spPr>
          <a:xfrm>
            <a:off x="454503" y="1397075"/>
            <a:ext cx="45591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101"/>
          <p:cNvSpPr/>
          <p:nvPr>
            <p:ph idx="2" type="pic"/>
          </p:nvPr>
        </p:nvSpPr>
        <p:spPr>
          <a:xfrm>
            <a:off x="5477700" y="0"/>
            <a:ext cx="36663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101"/>
          <p:cNvSpPr txBox="1"/>
          <p:nvPr>
            <p:ph type="title"/>
          </p:nvPr>
        </p:nvSpPr>
        <p:spPr>
          <a:xfrm>
            <a:off x="454501" y="710850"/>
            <a:ext cx="45591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  <p:sp>
        <p:nvSpPr>
          <p:cNvPr id="611" name="Google Shape;611;p101"/>
          <p:cNvSpPr txBox="1"/>
          <p:nvPr>
            <p:ph idx="1" type="subTitle"/>
          </p:nvPr>
        </p:nvSpPr>
        <p:spPr>
          <a:xfrm>
            <a:off x="454503" y="1397075"/>
            <a:ext cx="45591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102"/>
          <p:cNvSpPr txBox="1"/>
          <p:nvPr>
            <p:ph type="title"/>
          </p:nvPr>
        </p:nvSpPr>
        <p:spPr>
          <a:xfrm>
            <a:off x="965400" y="0"/>
            <a:ext cx="7213200" cy="2337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6000"/>
              <a:t>Dividers</a:t>
            </a:r>
            <a:endParaRPr sz="6000"/>
          </a:p>
        </p:txBody>
      </p:sp>
      <p:sp>
        <p:nvSpPr>
          <p:cNvPr id="617" name="Google Shape;617;p102"/>
          <p:cNvSpPr txBox="1"/>
          <p:nvPr>
            <p:ph idx="1" type="subTitle"/>
          </p:nvPr>
        </p:nvSpPr>
        <p:spPr>
          <a:xfrm>
            <a:off x="965400" y="2466500"/>
            <a:ext cx="7213200" cy="20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2025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103"/>
          <p:cNvSpPr txBox="1"/>
          <p:nvPr>
            <p:ph idx="1" type="subTitle"/>
          </p:nvPr>
        </p:nvSpPr>
        <p:spPr>
          <a:xfrm>
            <a:off x="965400" y="2466500"/>
            <a:ext cx="7213200" cy="20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623" name="Google Shape;623;p103"/>
          <p:cNvSpPr txBox="1"/>
          <p:nvPr>
            <p:ph type="title"/>
          </p:nvPr>
        </p:nvSpPr>
        <p:spPr>
          <a:xfrm>
            <a:off x="965400" y="0"/>
            <a:ext cx="7213200" cy="2337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104"/>
          <p:cNvSpPr txBox="1"/>
          <p:nvPr>
            <p:ph idx="1" type="subTitle"/>
          </p:nvPr>
        </p:nvSpPr>
        <p:spPr>
          <a:xfrm>
            <a:off x="965400" y="2466500"/>
            <a:ext cx="7213200" cy="20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629" name="Google Shape;629;p104"/>
          <p:cNvSpPr txBox="1"/>
          <p:nvPr>
            <p:ph type="title"/>
          </p:nvPr>
        </p:nvSpPr>
        <p:spPr>
          <a:xfrm>
            <a:off x="965400" y="0"/>
            <a:ext cx="7213200" cy="2337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105"/>
          <p:cNvSpPr txBox="1"/>
          <p:nvPr>
            <p:ph idx="1" type="subTitle"/>
          </p:nvPr>
        </p:nvSpPr>
        <p:spPr>
          <a:xfrm>
            <a:off x="965400" y="2466500"/>
            <a:ext cx="7213200" cy="20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635" name="Google Shape;635;p105"/>
          <p:cNvSpPr txBox="1"/>
          <p:nvPr>
            <p:ph type="title"/>
          </p:nvPr>
        </p:nvSpPr>
        <p:spPr>
          <a:xfrm>
            <a:off x="965400" y="0"/>
            <a:ext cx="7213200" cy="2337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106"/>
          <p:cNvSpPr txBox="1"/>
          <p:nvPr>
            <p:ph idx="1" type="subTitle"/>
          </p:nvPr>
        </p:nvSpPr>
        <p:spPr>
          <a:xfrm>
            <a:off x="965400" y="2466500"/>
            <a:ext cx="7213200" cy="20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641" name="Google Shape;641;p106"/>
          <p:cNvSpPr txBox="1"/>
          <p:nvPr>
            <p:ph type="title"/>
          </p:nvPr>
        </p:nvSpPr>
        <p:spPr>
          <a:xfrm>
            <a:off x="965400" y="0"/>
            <a:ext cx="7213200" cy="2337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107"/>
          <p:cNvSpPr txBox="1"/>
          <p:nvPr>
            <p:ph idx="1" type="subTitle"/>
          </p:nvPr>
        </p:nvSpPr>
        <p:spPr>
          <a:xfrm>
            <a:off x="965400" y="2466500"/>
            <a:ext cx="7213200" cy="20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647" name="Google Shape;647;p107"/>
          <p:cNvSpPr txBox="1"/>
          <p:nvPr>
            <p:ph type="title"/>
          </p:nvPr>
        </p:nvSpPr>
        <p:spPr>
          <a:xfrm>
            <a:off x="965400" y="0"/>
            <a:ext cx="7213200" cy="2337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108"/>
          <p:cNvSpPr txBox="1"/>
          <p:nvPr>
            <p:ph idx="1" type="subTitle"/>
          </p:nvPr>
        </p:nvSpPr>
        <p:spPr>
          <a:xfrm>
            <a:off x="965400" y="2466500"/>
            <a:ext cx="7213200" cy="20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653" name="Google Shape;653;p108"/>
          <p:cNvSpPr txBox="1"/>
          <p:nvPr>
            <p:ph type="title"/>
          </p:nvPr>
        </p:nvSpPr>
        <p:spPr>
          <a:xfrm>
            <a:off x="965400" y="0"/>
            <a:ext cx="7213200" cy="2337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109"/>
          <p:cNvSpPr txBox="1"/>
          <p:nvPr>
            <p:ph idx="1" type="subTitle"/>
          </p:nvPr>
        </p:nvSpPr>
        <p:spPr>
          <a:xfrm>
            <a:off x="965400" y="2466500"/>
            <a:ext cx="7213200" cy="20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659" name="Google Shape;659;p109"/>
          <p:cNvSpPr txBox="1"/>
          <p:nvPr>
            <p:ph type="title"/>
          </p:nvPr>
        </p:nvSpPr>
        <p:spPr>
          <a:xfrm>
            <a:off x="965400" y="0"/>
            <a:ext cx="7213200" cy="2337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110"/>
          <p:cNvSpPr/>
          <p:nvPr>
            <p:ph idx="2" type="pic"/>
          </p:nvPr>
        </p:nvSpPr>
        <p:spPr>
          <a:xfrm>
            <a:off x="5477700" y="0"/>
            <a:ext cx="36663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65" name="Google Shape;665;p110"/>
          <p:cNvSpPr txBox="1"/>
          <p:nvPr>
            <p:ph type="title"/>
          </p:nvPr>
        </p:nvSpPr>
        <p:spPr>
          <a:xfrm>
            <a:off x="454500" y="2178098"/>
            <a:ext cx="4575300" cy="24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  <p:sp>
        <p:nvSpPr>
          <p:cNvPr id="666" name="Google Shape;666;p110"/>
          <p:cNvSpPr txBox="1"/>
          <p:nvPr>
            <p:ph idx="1" type="subTitle"/>
          </p:nvPr>
        </p:nvSpPr>
        <p:spPr>
          <a:xfrm>
            <a:off x="454500" y="16225"/>
            <a:ext cx="4575300" cy="1987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111"/>
          <p:cNvSpPr/>
          <p:nvPr>
            <p:ph idx="2" type="pic"/>
          </p:nvPr>
        </p:nvSpPr>
        <p:spPr>
          <a:xfrm>
            <a:off x="5477700" y="0"/>
            <a:ext cx="36663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72" name="Google Shape;672;p111"/>
          <p:cNvSpPr txBox="1"/>
          <p:nvPr>
            <p:ph type="title"/>
          </p:nvPr>
        </p:nvSpPr>
        <p:spPr>
          <a:xfrm>
            <a:off x="454500" y="2178098"/>
            <a:ext cx="4575300" cy="24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  <p:sp>
        <p:nvSpPr>
          <p:cNvPr id="673" name="Google Shape;673;p111"/>
          <p:cNvSpPr txBox="1"/>
          <p:nvPr>
            <p:ph idx="1" type="subTitle"/>
          </p:nvPr>
        </p:nvSpPr>
        <p:spPr>
          <a:xfrm>
            <a:off x="454500" y="16225"/>
            <a:ext cx="4575300" cy="1987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112"/>
          <p:cNvSpPr/>
          <p:nvPr>
            <p:ph idx="2" type="pic"/>
          </p:nvPr>
        </p:nvSpPr>
        <p:spPr>
          <a:xfrm>
            <a:off x="5477700" y="0"/>
            <a:ext cx="36663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79" name="Google Shape;679;p112"/>
          <p:cNvSpPr txBox="1"/>
          <p:nvPr>
            <p:ph type="title"/>
          </p:nvPr>
        </p:nvSpPr>
        <p:spPr>
          <a:xfrm>
            <a:off x="454500" y="2178098"/>
            <a:ext cx="4575300" cy="24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  <p:sp>
        <p:nvSpPr>
          <p:cNvPr id="680" name="Google Shape;680;p112"/>
          <p:cNvSpPr txBox="1"/>
          <p:nvPr>
            <p:ph idx="1" type="subTitle"/>
          </p:nvPr>
        </p:nvSpPr>
        <p:spPr>
          <a:xfrm>
            <a:off x="454500" y="16225"/>
            <a:ext cx="4575300" cy="1987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113"/>
          <p:cNvSpPr/>
          <p:nvPr>
            <p:ph idx="2" type="pic"/>
          </p:nvPr>
        </p:nvSpPr>
        <p:spPr>
          <a:xfrm>
            <a:off x="5477700" y="0"/>
            <a:ext cx="36663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86" name="Google Shape;686;p113"/>
          <p:cNvSpPr txBox="1"/>
          <p:nvPr>
            <p:ph type="title"/>
          </p:nvPr>
        </p:nvSpPr>
        <p:spPr>
          <a:xfrm>
            <a:off x="454500" y="2178098"/>
            <a:ext cx="4575300" cy="24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  <p:sp>
        <p:nvSpPr>
          <p:cNvPr id="687" name="Google Shape;687;p113"/>
          <p:cNvSpPr txBox="1"/>
          <p:nvPr>
            <p:ph idx="1" type="subTitle"/>
          </p:nvPr>
        </p:nvSpPr>
        <p:spPr>
          <a:xfrm>
            <a:off x="454500" y="16225"/>
            <a:ext cx="4575300" cy="1987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114"/>
          <p:cNvSpPr/>
          <p:nvPr>
            <p:ph idx="2" type="pic"/>
          </p:nvPr>
        </p:nvSpPr>
        <p:spPr>
          <a:xfrm>
            <a:off x="5477700" y="0"/>
            <a:ext cx="36663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93" name="Google Shape;693;p114"/>
          <p:cNvSpPr txBox="1"/>
          <p:nvPr>
            <p:ph type="title"/>
          </p:nvPr>
        </p:nvSpPr>
        <p:spPr>
          <a:xfrm>
            <a:off x="454500" y="2178098"/>
            <a:ext cx="4575300" cy="24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  <p:sp>
        <p:nvSpPr>
          <p:cNvPr id="694" name="Google Shape;694;p114"/>
          <p:cNvSpPr txBox="1"/>
          <p:nvPr>
            <p:ph idx="1" type="subTitle"/>
          </p:nvPr>
        </p:nvSpPr>
        <p:spPr>
          <a:xfrm>
            <a:off x="454500" y="16225"/>
            <a:ext cx="4575300" cy="1987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115"/>
          <p:cNvSpPr/>
          <p:nvPr>
            <p:ph idx="2" type="pic"/>
          </p:nvPr>
        </p:nvSpPr>
        <p:spPr>
          <a:xfrm>
            <a:off x="5477700" y="0"/>
            <a:ext cx="36663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0" name="Google Shape;700;p115"/>
          <p:cNvSpPr txBox="1"/>
          <p:nvPr>
            <p:ph type="title"/>
          </p:nvPr>
        </p:nvSpPr>
        <p:spPr>
          <a:xfrm>
            <a:off x="454500" y="2178098"/>
            <a:ext cx="4575300" cy="24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  <p:sp>
        <p:nvSpPr>
          <p:cNvPr id="701" name="Google Shape;701;p115"/>
          <p:cNvSpPr txBox="1"/>
          <p:nvPr>
            <p:ph idx="1" type="subTitle"/>
          </p:nvPr>
        </p:nvSpPr>
        <p:spPr>
          <a:xfrm>
            <a:off x="454500" y="16225"/>
            <a:ext cx="4575300" cy="1987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116"/>
          <p:cNvSpPr/>
          <p:nvPr>
            <p:ph idx="2" type="pic"/>
          </p:nvPr>
        </p:nvSpPr>
        <p:spPr>
          <a:xfrm>
            <a:off x="5477700" y="0"/>
            <a:ext cx="36663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7" name="Google Shape;707;p116"/>
          <p:cNvSpPr txBox="1"/>
          <p:nvPr>
            <p:ph type="title"/>
          </p:nvPr>
        </p:nvSpPr>
        <p:spPr>
          <a:xfrm>
            <a:off x="454500" y="2178098"/>
            <a:ext cx="4575300" cy="24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  <p:sp>
        <p:nvSpPr>
          <p:cNvPr id="708" name="Google Shape;708;p116"/>
          <p:cNvSpPr txBox="1"/>
          <p:nvPr>
            <p:ph idx="1" type="subTitle"/>
          </p:nvPr>
        </p:nvSpPr>
        <p:spPr>
          <a:xfrm>
            <a:off x="454500" y="16225"/>
            <a:ext cx="4575300" cy="1987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117"/>
          <p:cNvSpPr txBox="1"/>
          <p:nvPr>
            <p:ph idx="1" type="subTitle"/>
          </p:nvPr>
        </p:nvSpPr>
        <p:spPr>
          <a:xfrm>
            <a:off x="965400" y="1883751"/>
            <a:ext cx="7213200" cy="17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714" name="Google Shape;714;p117"/>
          <p:cNvSpPr txBox="1"/>
          <p:nvPr>
            <p:ph type="title"/>
          </p:nvPr>
        </p:nvSpPr>
        <p:spPr>
          <a:xfrm>
            <a:off x="965400" y="1"/>
            <a:ext cx="7213200" cy="1754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118"/>
          <p:cNvSpPr txBox="1"/>
          <p:nvPr>
            <p:ph idx="1" type="subTitle"/>
          </p:nvPr>
        </p:nvSpPr>
        <p:spPr>
          <a:xfrm>
            <a:off x="965400" y="1883751"/>
            <a:ext cx="7213200" cy="17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720" name="Google Shape;720;p118"/>
          <p:cNvSpPr txBox="1"/>
          <p:nvPr>
            <p:ph type="title"/>
          </p:nvPr>
        </p:nvSpPr>
        <p:spPr>
          <a:xfrm>
            <a:off x="965400" y="1"/>
            <a:ext cx="7213200" cy="1754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119"/>
          <p:cNvSpPr txBox="1"/>
          <p:nvPr>
            <p:ph idx="1" type="subTitle"/>
          </p:nvPr>
        </p:nvSpPr>
        <p:spPr>
          <a:xfrm>
            <a:off x="965400" y="1883751"/>
            <a:ext cx="7213200" cy="17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726" name="Google Shape;726;p119"/>
          <p:cNvSpPr txBox="1"/>
          <p:nvPr>
            <p:ph type="title"/>
          </p:nvPr>
        </p:nvSpPr>
        <p:spPr>
          <a:xfrm>
            <a:off x="965400" y="1"/>
            <a:ext cx="7213200" cy="1754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120"/>
          <p:cNvSpPr txBox="1"/>
          <p:nvPr>
            <p:ph idx="1" type="subTitle"/>
          </p:nvPr>
        </p:nvSpPr>
        <p:spPr>
          <a:xfrm>
            <a:off x="965400" y="1883751"/>
            <a:ext cx="7213200" cy="17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732" name="Google Shape;732;p120"/>
          <p:cNvSpPr txBox="1"/>
          <p:nvPr>
            <p:ph type="title"/>
          </p:nvPr>
        </p:nvSpPr>
        <p:spPr>
          <a:xfrm>
            <a:off x="965400" y="1"/>
            <a:ext cx="7213200" cy="1754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121"/>
          <p:cNvSpPr txBox="1"/>
          <p:nvPr>
            <p:ph idx="1" type="subTitle"/>
          </p:nvPr>
        </p:nvSpPr>
        <p:spPr>
          <a:xfrm>
            <a:off x="965400" y="1883751"/>
            <a:ext cx="7213200" cy="17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738" name="Google Shape;738;p121"/>
          <p:cNvSpPr txBox="1"/>
          <p:nvPr>
            <p:ph type="title"/>
          </p:nvPr>
        </p:nvSpPr>
        <p:spPr>
          <a:xfrm>
            <a:off x="965400" y="1"/>
            <a:ext cx="7213200" cy="1754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122"/>
          <p:cNvSpPr txBox="1"/>
          <p:nvPr>
            <p:ph idx="1" type="subTitle"/>
          </p:nvPr>
        </p:nvSpPr>
        <p:spPr>
          <a:xfrm>
            <a:off x="965400" y="1883751"/>
            <a:ext cx="7213200" cy="17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744" name="Google Shape;744;p122"/>
          <p:cNvSpPr txBox="1"/>
          <p:nvPr>
            <p:ph type="title"/>
          </p:nvPr>
        </p:nvSpPr>
        <p:spPr>
          <a:xfrm>
            <a:off x="965400" y="1"/>
            <a:ext cx="7213200" cy="1754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123"/>
          <p:cNvSpPr txBox="1"/>
          <p:nvPr>
            <p:ph type="title"/>
          </p:nvPr>
        </p:nvSpPr>
        <p:spPr>
          <a:xfrm>
            <a:off x="965400" y="1"/>
            <a:ext cx="7213200" cy="1754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  <p:sp>
        <p:nvSpPr>
          <p:cNvPr id="750" name="Google Shape;750;p123"/>
          <p:cNvSpPr txBox="1"/>
          <p:nvPr>
            <p:ph idx="1" type="subTitle"/>
          </p:nvPr>
        </p:nvSpPr>
        <p:spPr>
          <a:xfrm>
            <a:off x="965400" y="1883751"/>
            <a:ext cx="7213200" cy="17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124"/>
          <p:cNvSpPr txBox="1"/>
          <p:nvPr>
            <p:ph type="title"/>
          </p:nvPr>
        </p:nvSpPr>
        <p:spPr>
          <a:xfrm>
            <a:off x="965400" y="0"/>
            <a:ext cx="7213200" cy="2337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6000"/>
              <a:t>Content</a:t>
            </a:r>
            <a:endParaRPr sz="6000"/>
          </a:p>
        </p:txBody>
      </p:sp>
      <p:sp>
        <p:nvSpPr>
          <p:cNvPr id="756" name="Google Shape;756;p124"/>
          <p:cNvSpPr txBox="1"/>
          <p:nvPr>
            <p:ph idx="1" type="subTitle"/>
          </p:nvPr>
        </p:nvSpPr>
        <p:spPr>
          <a:xfrm>
            <a:off x="965400" y="2466500"/>
            <a:ext cx="7213200" cy="20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2025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128"/>
          <p:cNvSpPr txBox="1"/>
          <p:nvPr>
            <p:ph type="title"/>
          </p:nvPr>
        </p:nvSpPr>
        <p:spPr>
          <a:xfrm>
            <a:off x="274325" y="247400"/>
            <a:ext cx="85548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129"/>
          <p:cNvSpPr txBox="1"/>
          <p:nvPr>
            <p:ph type="title"/>
          </p:nvPr>
        </p:nvSpPr>
        <p:spPr>
          <a:xfrm>
            <a:off x="274325" y="247400"/>
            <a:ext cx="85548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130"/>
          <p:cNvSpPr txBox="1"/>
          <p:nvPr>
            <p:ph type="title"/>
          </p:nvPr>
        </p:nvSpPr>
        <p:spPr>
          <a:xfrm>
            <a:off x="274325" y="247400"/>
            <a:ext cx="85548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</p:txBody>
      </p:sp>
      <p:sp>
        <p:nvSpPr>
          <p:cNvPr id="784" name="Google Shape;784;p130"/>
          <p:cNvSpPr txBox="1"/>
          <p:nvPr>
            <p:ph idx="1" type="body"/>
          </p:nvPr>
        </p:nvSpPr>
        <p:spPr>
          <a:xfrm>
            <a:off x="274325" y="832900"/>
            <a:ext cx="85548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131"/>
          <p:cNvSpPr txBox="1"/>
          <p:nvPr>
            <p:ph type="title"/>
          </p:nvPr>
        </p:nvSpPr>
        <p:spPr>
          <a:xfrm>
            <a:off x="274325" y="247400"/>
            <a:ext cx="85548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</p:txBody>
      </p:sp>
      <p:sp>
        <p:nvSpPr>
          <p:cNvPr id="790" name="Google Shape;790;p131"/>
          <p:cNvSpPr txBox="1"/>
          <p:nvPr>
            <p:ph idx="1" type="body"/>
          </p:nvPr>
        </p:nvSpPr>
        <p:spPr>
          <a:xfrm>
            <a:off x="274325" y="832900"/>
            <a:ext cx="85548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132"/>
          <p:cNvSpPr txBox="1"/>
          <p:nvPr>
            <p:ph idx="2" type="body"/>
          </p:nvPr>
        </p:nvSpPr>
        <p:spPr>
          <a:xfrm>
            <a:off x="274325" y="1172075"/>
            <a:ext cx="85548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id="796" name="Google Shape;796;p132"/>
          <p:cNvSpPr txBox="1"/>
          <p:nvPr>
            <p:ph type="title"/>
          </p:nvPr>
        </p:nvSpPr>
        <p:spPr>
          <a:xfrm>
            <a:off x="274325" y="247400"/>
            <a:ext cx="85548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</p:txBody>
      </p:sp>
      <p:sp>
        <p:nvSpPr>
          <p:cNvPr id="797" name="Google Shape;797;p132"/>
          <p:cNvSpPr txBox="1"/>
          <p:nvPr>
            <p:ph idx="1" type="subTitle"/>
          </p:nvPr>
        </p:nvSpPr>
        <p:spPr>
          <a:xfrm>
            <a:off x="274325" y="631200"/>
            <a:ext cx="8554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133"/>
          <p:cNvSpPr txBox="1"/>
          <p:nvPr>
            <p:ph idx="2" type="body"/>
          </p:nvPr>
        </p:nvSpPr>
        <p:spPr>
          <a:xfrm>
            <a:off x="274325" y="1172075"/>
            <a:ext cx="85548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id="803" name="Google Shape;803;p133"/>
          <p:cNvSpPr txBox="1"/>
          <p:nvPr>
            <p:ph type="title"/>
          </p:nvPr>
        </p:nvSpPr>
        <p:spPr>
          <a:xfrm>
            <a:off x="274325" y="247400"/>
            <a:ext cx="85548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</p:txBody>
      </p:sp>
      <p:sp>
        <p:nvSpPr>
          <p:cNvPr id="804" name="Google Shape;804;p133"/>
          <p:cNvSpPr txBox="1"/>
          <p:nvPr>
            <p:ph idx="1" type="subTitle"/>
          </p:nvPr>
        </p:nvSpPr>
        <p:spPr>
          <a:xfrm>
            <a:off x="274325" y="631200"/>
            <a:ext cx="8554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134"/>
          <p:cNvSpPr txBox="1"/>
          <p:nvPr>
            <p:ph idx="1" type="body"/>
          </p:nvPr>
        </p:nvSpPr>
        <p:spPr>
          <a:xfrm>
            <a:off x="274325" y="1009650"/>
            <a:ext cx="8514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id="810" name="Google Shape;810;p134"/>
          <p:cNvSpPr txBox="1"/>
          <p:nvPr>
            <p:ph type="title"/>
          </p:nvPr>
        </p:nvSpPr>
        <p:spPr>
          <a:xfrm>
            <a:off x="274325" y="514350"/>
            <a:ext cx="85143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</p:txBody>
      </p:sp>
      <p:sp>
        <p:nvSpPr>
          <p:cNvPr id="811" name="Google Shape;811;p134"/>
          <p:cNvSpPr txBox="1"/>
          <p:nvPr>
            <p:ph idx="2" type="subTitle"/>
          </p:nvPr>
        </p:nvSpPr>
        <p:spPr>
          <a:xfrm>
            <a:off x="274325" y="218775"/>
            <a:ext cx="8514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135"/>
          <p:cNvSpPr txBox="1"/>
          <p:nvPr>
            <p:ph idx="1" type="body"/>
          </p:nvPr>
        </p:nvSpPr>
        <p:spPr>
          <a:xfrm>
            <a:off x="274325" y="1009650"/>
            <a:ext cx="8514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id="817" name="Google Shape;817;p135"/>
          <p:cNvSpPr txBox="1"/>
          <p:nvPr>
            <p:ph type="title"/>
          </p:nvPr>
        </p:nvSpPr>
        <p:spPr>
          <a:xfrm>
            <a:off x="274325" y="514350"/>
            <a:ext cx="85143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</p:txBody>
      </p:sp>
      <p:sp>
        <p:nvSpPr>
          <p:cNvPr id="818" name="Google Shape;818;p135"/>
          <p:cNvSpPr txBox="1"/>
          <p:nvPr>
            <p:ph idx="2" type="subTitle"/>
          </p:nvPr>
        </p:nvSpPr>
        <p:spPr>
          <a:xfrm>
            <a:off x="274325" y="218775"/>
            <a:ext cx="8514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136"/>
          <p:cNvSpPr txBox="1"/>
          <p:nvPr>
            <p:ph idx="1" type="body"/>
          </p:nvPr>
        </p:nvSpPr>
        <p:spPr>
          <a:xfrm>
            <a:off x="274325" y="832900"/>
            <a:ext cx="3926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id="824" name="Google Shape;824;p136"/>
          <p:cNvSpPr txBox="1"/>
          <p:nvPr>
            <p:ph type="title"/>
          </p:nvPr>
        </p:nvSpPr>
        <p:spPr>
          <a:xfrm>
            <a:off x="274325" y="247400"/>
            <a:ext cx="85548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</p:txBody>
      </p:sp>
      <p:sp>
        <p:nvSpPr>
          <p:cNvPr id="825" name="Google Shape;825;p136"/>
          <p:cNvSpPr txBox="1"/>
          <p:nvPr>
            <p:ph idx="2" type="body"/>
          </p:nvPr>
        </p:nvSpPr>
        <p:spPr>
          <a:xfrm>
            <a:off x="4926625" y="832900"/>
            <a:ext cx="3926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137"/>
          <p:cNvSpPr txBox="1"/>
          <p:nvPr>
            <p:ph idx="1" type="body"/>
          </p:nvPr>
        </p:nvSpPr>
        <p:spPr>
          <a:xfrm>
            <a:off x="274325" y="832900"/>
            <a:ext cx="3926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id="831" name="Google Shape;831;p137"/>
          <p:cNvSpPr txBox="1"/>
          <p:nvPr>
            <p:ph type="title"/>
          </p:nvPr>
        </p:nvSpPr>
        <p:spPr>
          <a:xfrm>
            <a:off x="274325" y="247400"/>
            <a:ext cx="85548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</p:txBody>
      </p:sp>
      <p:sp>
        <p:nvSpPr>
          <p:cNvPr id="832" name="Google Shape;832;p137"/>
          <p:cNvSpPr txBox="1"/>
          <p:nvPr>
            <p:ph idx="2" type="body"/>
          </p:nvPr>
        </p:nvSpPr>
        <p:spPr>
          <a:xfrm>
            <a:off x="4926625" y="832900"/>
            <a:ext cx="3926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138"/>
          <p:cNvSpPr txBox="1"/>
          <p:nvPr>
            <p:ph type="title"/>
          </p:nvPr>
        </p:nvSpPr>
        <p:spPr>
          <a:xfrm>
            <a:off x="274325" y="247400"/>
            <a:ext cx="85548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</p:txBody>
      </p:sp>
      <p:sp>
        <p:nvSpPr>
          <p:cNvPr id="838" name="Google Shape;838;p138"/>
          <p:cNvSpPr/>
          <p:nvPr>
            <p:ph idx="2" type="pic"/>
          </p:nvPr>
        </p:nvSpPr>
        <p:spPr>
          <a:xfrm>
            <a:off x="294600" y="775201"/>
            <a:ext cx="8554800" cy="3711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139"/>
          <p:cNvSpPr txBox="1"/>
          <p:nvPr>
            <p:ph type="title"/>
          </p:nvPr>
        </p:nvSpPr>
        <p:spPr>
          <a:xfrm>
            <a:off x="274325" y="247400"/>
            <a:ext cx="85548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</p:txBody>
      </p:sp>
      <p:sp>
        <p:nvSpPr>
          <p:cNvPr id="844" name="Google Shape;844;p139"/>
          <p:cNvSpPr/>
          <p:nvPr>
            <p:ph idx="2" type="pic"/>
          </p:nvPr>
        </p:nvSpPr>
        <p:spPr>
          <a:xfrm>
            <a:off x="294600" y="775200"/>
            <a:ext cx="8554800" cy="3383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140"/>
          <p:cNvSpPr txBox="1"/>
          <p:nvPr>
            <p:ph type="title"/>
          </p:nvPr>
        </p:nvSpPr>
        <p:spPr>
          <a:xfrm>
            <a:off x="342900" y="514350"/>
            <a:ext cx="85143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</p:txBody>
      </p:sp>
      <p:sp>
        <p:nvSpPr>
          <p:cNvPr id="850" name="Google Shape;850;p140"/>
          <p:cNvSpPr/>
          <p:nvPr>
            <p:ph idx="2" type="pic"/>
          </p:nvPr>
        </p:nvSpPr>
        <p:spPr>
          <a:xfrm>
            <a:off x="294600" y="1022788"/>
            <a:ext cx="8554800" cy="3463500"/>
          </a:xfrm>
          <a:prstGeom prst="rect">
            <a:avLst/>
          </a:prstGeom>
          <a:noFill/>
          <a:ln>
            <a:noFill/>
          </a:ln>
        </p:spPr>
      </p:sp>
      <p:sp>
        <p:nvSpPr>
          <p:cNvPr id="851" name="Google Shape;851;p140"/>
          <p:cNvSpPr txBox="1"/>
          <p:nvPr>
            <p:ph idx="1" type="subTitle"/>
          </p:nvPr>
        </p:nvSpPr>
        <p:spPr>
          <a:xfrm>
            <a:off x="342900" y="218775"/>
            <a:ext cx="8514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141"/>
          <p:cNvSpPr txBox="1"/>
          <p:nvPr>
            <p:ph type="title"/>
          </p:nvPr>
        </p:nvSpPr>
        <p:spPr>
          <a:xfrm>
            <a:off x="342900" y="514350"/>
            <a:ext cx="85143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</p:txBody>
      </p:sp>
      <p:sp>
        <p:nvSpPr>
          <p:cNvPr id="857" name="Google Shape;857;p141"/>
          <p:cNvSpPr/>
          <p:nvPr>
            <p:ph idx="2" type="pic"/>
          </p:nvPr>
        </p:nvSpPr>
        <p:spPr>
          <a:xfrm>
            <a:off x="294600" y="1022800"/>
            <a:ext cx="8554800" cy="3136200"/>
          </a:xfrm>
          <a:prstGeom prst="rect">
            <a:avLst/>
          </a:prstGeom>
          <a:noFill/>
          <a:ln>
            <a:noFill/>
          </a:ln>
        </p:spPr>
      </p:sp>
      <p:sp>
        <p:nvSpPr>
          <p:cNvPr id="858" name="Google Shape;858;p141"/>
          <p:cNvSpPr txBox="1"/>
          <p:nvPr>
            <p:ph idx="1" type="subTitle"/>
          </p:nvPr>
        </p:nvSpPr>
        <p:spPr>
          <a:xfrm>
            <a:off x="342900" y="218775"/>
            <a:ext cx="8514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142"/>
          <p:cNvSpPr txBox="1"/>
          <p:nvPr>
            <p:ph idx="3" type="title"/>
          </p:nvPr>
        </p:nvSpPr>
        <p:spPr>
          <a:xfrm>
            <a:off x="2906125" y="2138627"/>
            <a:ext cx="5804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864" name="Google Shape;864;p142"/>
          <p:cNvSpPr/>
          <p:nvPr>
            <p:ph idx="2" type="pic"/>
          </p:nvPr>
        </p:nvSpPr>
        <p:spPr>
          <a:xfrm>
            <a:off x="342900" y="1290657"/>
            <a:ext cx="2284500" cy="2284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65" name="Google Shape;865;p142"/>
          <p:cNvSpPr txBox="1"/>
          <p:nvPr>
            <p:ph type="title"/>
          </p:nvPr>
        </p:nvSpPr>
        <p:spPr>
          <a:xfrm>
            <a:off x="274325" y="247400"/>
            <a:ext cx="85548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</p:txBody>
      </p:sp>
      <p:sp>
        <p:nvSpPr>
          <p:cNvPr id="866" name="Google Shape;866;p142"/>
          <p:cNvSpPr txBox="1"/>
          <p:nvPr>
            <p:ph idx="4" type="title"/>
          </p:nvPr>
        </p:nvSpPr>
        <p:spPr>
          <a:xfrm>
            <a:off x="2906125" y="2488422"/>
            <a:ext cx="5804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143"/>
          <p:cNvSpPr txBox="1"/>
          <p:nvPr>
            <p:ph idx="3" type="title"/>
          </p:nvPr>
        </p:nvSpPr>
        <p:spPr>
          <a:xfrm>
            <a:off x="2906125" y="2138627"/>
            <a:ext cx="5804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872" name="Google Shape;872;p143"/>
          <p:cNvSpPr/>
          <p:nvPr>
            <p:ph idx="2" type="pic"/>
          </p:nvPr>
        </p:nvSpPr>
        <p:spPr>
          <a:xfrm>
            <a:off x="342900" y="1290657"/>
            <a:ext cx="2284500" cy="2284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73" name="Google Shape;873;p143"/>
          <p:cNvSpPr txBox="1"/>
          <p:nvPr>
            <p:ph type="title"/>
          </p:nvPr>
        </p:nvSpPr>
        <p:spPr>
          <a:xfrm>
            <a:off x="274325" y="247400"/>
            <a:ext cx="85548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</p:txBody>
      </p:sp>
      <p:sp>
        <p:nvSpPr>
          <p:cNvPr id="874" name="Google Shape;874;p143"/>
          <p:cNvSpPr txBox="1"/>
          <p:nvPr>
            <p:ph idx="4" type="title"/>
          </p:nvPr>
        </p:nvSpPr>
        <p:spPr>
          <a:xfrm>
            <a:off x="2906125" y="2488422"/>
            <a:ext cx="5804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144"/>
          <p:cNvSpPr txBox="1"/>
          <p:nvPr>
            <p:ph idx="1" type="body"/>
          </p:nvPr>
        </p:nvSpPr>
        <p:spPr>
          <a:xfrm>
            <a:off x="274325" y="832900"/>
            <a:ext cx="4012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id="880" name="Google Shape;880;p144"/>
          <p:cNvSpPr txBox="1"/>
          <p:nvPr>
            <p:ph type="title"/>
          </p:nvPr>
        </p:nvSpPr>
        <p:spPr>
          <a:xfrm>
            <a:off x="274325" y="247400"/>
            <a:ext cx="40122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145"/>
          <p:cNvSpPr txBox="1"/>
          <p:nvPr>
            <p:ph idx="1" type="body"/>
          </p:nvPr>
        </p:nvSpPr>
        <p:spPr>
          <a:xfrm>
            <a:off x="274325" y="832900"/>
            <a:ext cx="4012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id="886" name="Google Shape;886;p145"/>
          <p:cNvSpPr txBox="1"/>
          <p:nvPr>
            <p:ph type="title"/>
          </p:nvPr>
        </p:nvSpPr>
        <p:spPr>
          <a:xfrm>
            <a:off x="274325" y="247400"/>
            <a:ext cx="40122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146"/>
          <p:cNvSpPr txBox="1"/>
          <p:nvPr>
            <p:ph idx="1" type="body"/>
          </p:nvPr>
        </p:nvSpPr>
        <p:spPr>
          <a:xfrm>
            <a:off x="274325" y="832900"/>
            <a:ext cx="4012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id="892" name="Google Shape;892;p146"/>
          <p:cNvSpPr txBox="1"/>
          <p:nvPr>
            <p:ph type="title"/>
          </p:nvPr>
        </p:nvSpPr>
        <p:spPr>
          <a:xfrm>
            <a:off x="274325" y="247400"/>
            <a:ext cx="40122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147"/>
          <p:cNvSpPr txBox="1"/>
          <p:nvPr>
            <p:ph idx="1" type="body"/>
          </p:nvPr>
        </p:nvSpPr>
        <p:spPr>
          <a:xfrm>
            <a:off x="274325" y="832900"/>
            <a:ext cx="4012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id="898" name="Google Shape;898;p147"/>
          <p:cNvSpPr txBox="1"/>
          <p:nvPr>
            <p:ph type="title"/>
          </p:nvPr>
        </p:nvSpPr>
        <p:spPr>
          <a:xfrm>
            <a:off x="274325" y="247400"/>
            <a:ext cx="40122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148"/>
          <p:cNvSpPr txBox="1"/>
          <p:nvPr>
            <p:ph idx="1" type="body"/>
          </p:nvPr>
        </p:nvSpPr>
        <p:spPr>
          <a:xfrm>
            <a:off x="274325" y="832900"/>
            <a:ext cx="4012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id="904" name="Google Shape;904;p148"/>
          <p:cNvSpPr txBox="1"/>
          <p:nvPr>
            <p:ph type="title"/>
          </p:nvPr>
        </p:nvSpPr>
        <p:spPr>
          <a:xfrm>
            <a:off x="274325" y="247400"/>
            <a:ext cx="40122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149"/>
          <p:cNvSpPr txBox="1"/>
          <p:nvPr>
            <p:ph idx="1" type="body"/>
          </p:nvPr>
        </p:nvSpPr>
        <p:spPr>
          <a:xfrm>
            <a:off x="274325" y="832900"/>
            <a:ext cx="4012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id="910" name="Google Shape;910;p149"/>
          <p:cNvSpPr txBox="1"/>
          <p:nvPr>
            <p:ph type="title"/>
          </p:nvPr>
        </p:nvSpPr>
        <p:spPr>
          <a:xfrm>
            <a:off x="274325" y="247400"/>
            <a:ext cx="40122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150"/>
          <p:cNvSpPr txBox="1"/>
          <p:nvPr>
            <p:ph idx="1" type="body"/>
          </p:nvPr>
        </p:nvSpPr>
        <p:spPr>
          <a:xfrm>
            <a:off x="274325" y="832900"/>
            <a:ext cx="4170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id="916" name="Google Shape;916;p150"/>
          <p:cNvSpPr txBox="1"/>
          <p:nvPr>
            <p:ph type="title"/>
          </p:nvPr>
        </p:nvSpPr>
        <p:spPr>
          <a:xfrm>
            <a:off x="274325" y="247400"/>
            <a:ext cx="40122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151"/>
          <p:cNvSpPr/>
          <p:nvPr>
            <p:ph idx="2" type="pic"/>
          </p:nvPr>
        </p:nvSpPr>
        <p:spPr>
          <a:xfrm>
            <a:off x="4568700" y="0"/>
            <a:ext cx="45753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922" name="Google Shape;922;p151"/>
          <p:cNvSpPr txBox="1"/>
          <p:nvPr>
            <p:ph idx="1" type="body"/>
          </p:nvPr>
        </p:nvSpPr>
        <p:spPr>
          <a:xfrm>
            <a:off x="274325" y="832900"/>
            <a:ext cx="4012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id="923" name="Google Shape;923;p151"/>
          <p:cNvSpPr txBox="1"/>
          <p:nvPr>
            <p:ph type="title"/>
          </p:nvPr>
        </p:nvSpPr>
        <p:spPr>
          <a:xfrm>
            <a:off x="274325" y="247400"/>
            <a:ext cx="40122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152"/>
          <p:cNvSpPr txBox="1"/>
          <p:nvPr>
            <p:ph idx="1" type="subTitle"/>
          </p:nvPr>
        </p:nvSpPr>
        <p:spPr>
          <a:xfrm>
            <a:off x="542475" y="2146285"/>
            <a:ext cx="25245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id="929" name="Google Shape;929;p152"/>
          <p:cNvSpPr/>
          <p:nvPr>
            <p:ph idx="2" type="pic"/>
          </p:nvPr>
        </p:nvSpPr>
        <p:spPr>
          <a:xfrm>
            <a:off x="516500" y="776000"/>
            <a:ext cx="2524500" cy="1316100"/>
          </a:xfrm>
          <a:prstGeom prst="rect">
            <a:avLst/>
          </a:prstGeom>
          <a:noFill/>
          <a:ln>
            <a:noFill/>
          </a:ln>
        </p:spPr>
      </p:sp>
      <p:sp>
        <p:nvSpPr>
          <p:cNvPr id="930" name="Google Shape;930;p152"/>
          <p:cNvSpPr/>
          <p:nvPr>
            <p:ph idx="3" type="pic"/>
          </p:nvPr>
        </p:nvSpPr>
        <p:spPr>
          <a:xfrm>
            <a:off x="3300725" y="776000"/>
            <a:ext cx="2524500" cy="1316100"/>
          </a:xfrm>
          <a:prstGeom prst="rect">
            <a:avLst/>
          </a:prstGeom>
          <a:noFill/>
          <a:ln>
            <a:noFill/>
          </a:ln>
        </p:spPr>
      </p:sp>
      <p:sp>
        <p:nvSpPr>
          <p:cNvPr id="931" name="Google Shape;931;p152"/>
          <p:cNvSpPr/>
          <p:nvPr>
            <p:ph idx="4" type="pic"/>
          </p:nvPr>
        </p:nvSpPr>
        <p:spPr>
          <a:xfrm>
            <a:off x="6084951" y="776000"/>
            <a:ext cx="2524500" cy="1316100"/>
          </a:xfrm>
          <a:prstGeom prst="rect">
            <a:avLst/>
          </a:prstGeom>
          <a:noFill/>
          <a:ln>
            <a:noFill/>
          </a:ln>
        </p:spPr>
      </p:sp>
      <p:sp>
        <p:nvSpPr>
          <p:cNvPr id="932" name="Google Shape;932;p152"/>
          <p:cNvSpPr/>
          <p:nvPr>
            <p:ph idx="5" type="pic"/>
          </p:nvPr>
        </p:nvSpPr>
        <p:spPr>
          <a:xfrm>
            <a:off x="525525" y="2582200"/>
            <a:ext cx="2524500" cy="1316100"/>
          </a:xfrm>
          <a:prstGeom prst="rect">
            <a:avLst/>
          </a:prstGeom>
          <a:noFill/>
          <a:ln>
            <a:noFill/>
          </a:ln>
        </p:spPr>
      </p:sp>
      <p:sp>
        <p:nvSpPr>
          <p:cNvPr id="933" name="Google Shape;933;p152"/>
          <p:cNvSpPr/>
          <p:nvPr>
            <p:ph idx="6" type="pic"/>
          </p:nvPr>
        </p:nvSpPr>
        <p:spPr>
          <a:xfrm>
            <a:off x="3309750" y="2582200"/>
            <a:ext cx="2524500" cy="1316100"/>
          </a:xfrm>
          <a:prstGeom prst="rect">
            <a:avLst/>
          </a:prstGeom>
          <a:noFill/>
          <a:ln>
            <a:noFill/>
          </a:ln>
        </p:spPr>
      </p:sp>
      <p:sp>
        <p:nvSpPr>
          <p:cNvPr id="934" name="Google Shape;934;p152"/>
          <p:cNvSpPr/>
          <p:nvPr>
            <p:ph idx="7" type="pic"/>
          </p:nvPr>
        </p:nvSpPr>
        <p:spPr>
          <a:xfrm>
            <a:off x="6093976" y="2582200"/>
            <a:ext cx="2524500" cy="1316100"/>
          </a:xfrm>
          <a:prstGeom prst="rect">
            <a:avLst/>
          </a:prstGeom>
          <a:noFill/>
          <a:ln>
            <a:noFill/>
          </a:ln>
        </p:spPr>
      </p:sp>
      <p:sp>
        <p:nvSpPr>
          <p:cNvPr id="935" name="Google Shape;935;p152"/>
          <p:cNvSpPr txBox="1"/>
          <p:nvPr>
            <p:ph idx="8" type="subTitle"/>
          </p:nvPr>
        </p:nvSpPr>
        <p:spPr>
          <a:xfrm>
            <a:off x="3313713" y="2146285"/>
            <a:ext cx="25245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id="936" name="Google Shape;936;p152"/>
          <p:cNvSpPr txBox="1"/>
          <p:nvPr>
            <p:ph idx="9" type="subTitle"/>
          </p:nvPr>
        </p:nvSpPr>
        <p:spPr>
          <a:xfrm>
            <a:off x="6084963" y="2146285"/>
            <a:ext cx="25245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id="937" name="Google Shape;937;p152"/>
          <p:cNvSpPr txBox="1"/>
          <p:nvPr>
            <p:ph idx="13" type="subTitle"/>
          </p:nvPr>
        </p:nvSpPr>
        <p:spPr>
          <a:xfrm>
            <a:off x="530175" y="3939126"/>
            <a:ext cx="25245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id="938" name="Google Shape;938;p152"/>
          <p:cNvSpPr txBox="1"/>
          <p:nvPr>
            <p:ph idx="14" type="subTitle"/>
          </p:nvPr>
        </p:nvSpPr>
        <p:spPr>
          <a:xfrm>
            <a:off x="3301413" y="3939126"/>
            <a:ext cx="25245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id="939" name="Google Shape;939;p152"/>
          <p:cNvSpPr txBox="1"/>
          <p:nvPr>
            <p:ph idx="15" type="subTitle"/>
          </p:nvPr>
        </p:nvSpPr>
        <p:spPr>
          <a:xfrm>
            <a:off x="6072663" y="3939126"/>
            <a:ext cx="25245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id="940" name="Google Shape;940;p152"/>
          <p:cNvSpPr txBox="1"/>
          <p:nvPr>
            <p:ph type="title"/>
          </p:nvPr>
        </p:nvSpPr>
        <p:spPr>
          <a:xfrm>
            <a:off x="274325" y="247400"/>
            <a:ext cx="85548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p153"/>
          <p:cNvSpPr txBox="1"/>
          <p:nvPr>
            <p:ph type="title"/>
          </p:nvPr>
        </p:nvSpPr>
        <p:spPr>
          <a:xfrm>
            <a:off x="965400" y="0"/>
            <a:ext cx="7213200" cy="2337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6000"/>
              <a:t>Back Covers</a:t>
            </a:r>
            <a:endParaRPr sz="6000"/>
          </a:p>
        </p:txBody>
      </p:sp>
      <p:sp>
        <p:nvSpPr>
          <p:cNvPr id="946" name="Google Shape;946;p153"/>
          <p:cNvSpPr txBox="1"/>
          <p:nvPr>
            <p:ph idx="1" type="subTitle"/>
          </p:nvPr>
        </p:nvSpPr>
        <p:spPr>
          <a:xfrm>
            <a:off x="965400" y="2466500"/>
            <a:ext cx="7213200" cy="20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2025</a:t>
            </a:r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scension">
  <a:themeElements>
    <a:clrScheme name="Simple Light">
      <a:dk1>
        <a:srgbClr val="000000"/>
      </a:dk1>
      <a:lt1>
        <a:srgbClr val="FFFFFF"/>
      </a:lt1>
      <a:dk2>
        <a:srgbClr val="1B4297"/>
      </a:dk2>
      <a:lt2>
        <a:srgbClr val="1E69D2"/>
      </a:lt2>
      <a:accent1>
        <a:srgbClr val="009498"/>
      </a:accent1>
      <a:accent2>
        <a:srgbClr val="B40F87"/>
      </a:accent2>
      <a:accent3>
        <a:srgbClr val="D2E1F6"/>
      </a:accent3>
      <a:accent4>
        <a:srgbClr val="CCEAEA"/>
      </a:accent4>
      <a:accent5>
        <a:srgbClr val="ECD3E9"/>
      </a:accent5>
      <a:accent6>
        <a:srgbClr val="A5C3ED"/>
      </a:accent6>
      <a:hlink>
        <a:srgbClr val="1E69D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